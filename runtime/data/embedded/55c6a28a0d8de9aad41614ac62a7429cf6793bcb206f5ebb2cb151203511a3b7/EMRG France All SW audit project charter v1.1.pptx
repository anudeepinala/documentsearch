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theme/theme2.xml" ContentType="application/vnd.openxmlformats-officedocument.theme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theme/theme3.xml" ContentType="application/vnd.openxmlformats-officedocument.theme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theme/theme4.xml" ContentType="application/vnd.openxmlformats-officedocument.theme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theme/theme5.xml" ContentType="application/vnd.openxmlformats-officedocument.theme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2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45897" showSpecialPlsOnTitleSld="0" strictFirstAndLastChars="0" saveSubsetFonts="1">
  <p:sldMasterIdLst>
    <p:sldMasterId id="2147483664" r:id="rId1"/>
    <p:sldMasterId id="2147484766" r:id="rId2"/>
    <p:sldMasterId id="2147485124" r:id="rId3"/>
    <p:sldMasterId id="2147485163" r:id="rId4"/>
    <p:sldMasterId id="2147485179" r:id="rId5"/>
    <p:sldMasterId id="2147485357" r:id="rId6"/>
  </p:sldMasterIdLst>
  <p:notesMasterIdLst>
    <p:notesMasterId r:id="rId23"/>
  </p:notesMasterIdLst>
  <p:handoutMasterIdLst>
    <p:handoutMasterId r:id="rId24"/>
  </p:handoutMasterIdLst>
  <p:sldIdLst>
    <p:sldId id="288" r:id="rId7"/>
    <p:sldId id="497" r:id="rId8"/>
    <p:sldId id="514" r:id="rId9"/>
    <p:sldId id="532" r:id="rId10"/>
    <p:sldId id="567" r:id="rId11"/>
    <p:sldId id="566" r:id="rId12"/>
    <p:sldId id="572" r:id="rId13"/>
    <p:sldId id="564" r:id="rId14"/>
    <p:sldId id="545" r:id="rId15"/>
    <p:sldId id="565" r:id="rId16"/>
    <p:sldId id="568" r:id="rId17"/>
    <p:sldId id="569" r:id="rId18"/>
    <p:sldId id="553" r:id="rId19"/>
    <p:sldId id="556" r:id="rId20"/>
    <p:sldId id="557" r:id="rId21"/>
    <p:sldId id="562" r:id="rId22"/>
  </p:sldIdLst>
  <p:sldSz cx="9144000" cy="6858000" type="screen4x3"/>
  <p:notesSz cx="7315200" cy="9601200"/>
  <p:custDataLst>
    <p:tags r:id="rId25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sz="3200" kern="1200">
        <a:solidFill>
          <a:schemeClr val="tx1"/>
        </a:solidFill>
        <a:latin typeface="GE Inspira Pitch" pitchFamily="34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73B9"/>
    <a:srgbClr val="CD0078"/>
    <a:srgbClr val="00AA50"/>
    <a:srgbClr val="7C9DFD"/>
    <a:srgbClr val="7A7A7A"/>
    <a:srgbClr val="6B6B6B"/>
    <a:srgbClr val="767676"/>
    <a:srgbClr val="4C4C4C"/>
    <a:srgbClr val="6565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07" autoAdjust="0"/>
    <p:restoredTop sz="97232" autoAdjust="0"/>
  </p:normalViewPr>
  <p:slideViewPr>
    <p:cSldViewPr snapToGrid="0" snapToObjects="1">
      <p:cViewPr>
        <p:scale>
          <a:sx n="100" d="100"/>
          <a:sy n="100" d="100"/>
        </p:scale>
        <p:origin x="-840" y="-72"/>
      </p:cViewPr>
      <p:guideLst>
        <p:guide orient="horz" pos="1111"/>
        <p:guide orient="horz" pos="3697"/>
        <p:guide orient="horz" pos="1036"/>
        <p:guide orient="horz" pos="222"/>
        <p:guide orient="horz" pos="2814"/>
        <p:guide orient="horz" pos="2005"/>
        <p:guide orient="horz" pos="5442"/>
        <p:guide orient="horz" pos="1924"/>
        <p:guide pos="219"/>
        <p:guide pos="5551"/>
        <p:guide pos="2857"/>
        <p:guide pos="1503"/>
        <p:guide pos="4200"/>
        <p:guide pos="154"/>
        <p:guide pos="1577"/>
        <p:guide pos="291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9" d="100"/>
        <a:sy n="79" d="100"/>
      </p:scale>
      <p:origin x="0" y="0"/>
    </p:cViewPr>
  </p:sorterViewPr>
  <p:notesViewPr>
    <p:cSldViewPr snapToGrid="0" snapToObjects="1">
      <p:cViewPr varScale="1">
        <p:scale>
          <a:sx n="95" d="100"/>
          <a:sy n="95" d="100"/>
        </p:scale>
        <p:origin x="-2264" y="-96"/>
      </p:cViewPr>
      <p:guideLst>
        <p:guide orient="horz" pos="3024"/>
        <p:guide orient="horz" pos="5906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5BD126-5C51-4AD9-B8E6-0B0D5DADF7E9}" type="doc">
      <dgm:prSet loTypeId="urn:microsoft.com/office/officeart/2005/8/layout/process4" loCatId="process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5C64AE9B-E465-4D31-BD1D-3B83B0CBFF72}">
      <dgm:prSet phldrT="[Text]"/>
      <dgm:spPr/>
      <dgm:t>
        <a:bodyPr/>
        <a:lstStyle/>
        <a:p>
          <a:r>
            <a:rPr lang="en-US" dirty="0" smtClean="0"/>
            <a:t>Identify Remediation Plan</a:t>
          </a:r>
          <a:endParaRPr lang="en-US" dirty="0"/>
        </a:p>
      </dgm:t>
    </dgm:pt>
    <dgm:pt modelId="{C329F0DE-3162-46F8-BEBB-B4B4C5F95070}" type="parTrans" cxnId="{5FC6856C-A707-4F23-ACB2-7C7C34B1C587}">
      <dgm:prSet/>
      <dgm:spPr/>
      <dgm:t>
        <a:bodyPr/>
        <a:lstStyle/>
        <a:p>
          <a:endParaRPr lang="en-US"/>
        </a:p>
      </dgm:t>
    </dgm:pt>
    <dgm:pt modelId="{CF1BEE6F-6985-45B8-8198-1D2E2EBE16FD}" type="sibTrans" cxnId="{5FC6856C-A707-4F23-ACB2-7C7C34B1C587}">
      <dgm:prSet/>
      <dgm:spPr/>
      <dgm:t>
        <a:bodyPr/>
        <a:lstStyle/>
        <a:p>
          <a:endParaRPr lang="en-US"/>
        </a:p>
      </dgm:t>
    </dgm:pt>
    <dgm:pt modelId="{BBF63D0B-FDD3-4FF0-AE86-5B1E7CFFD0E1}">
      <dgm:prSet phldrT="[Text]"/>
      <dgm:spPr/>
      <dgm:t>
        <a:bodyPr/>
        <a:lstStyle/>
        <a:p>
          <a:r>
            <a:rPr lang="en-US" dirty="0" smtClean="0"/>
            <a:t>30 Day Remediation Period – Notify CIO</a:t>
          </a:r>
          <a:endParaRPr lang="en-US" dirty="0"/>
        </a:p>
      </dgm:t>
    </dgm:pt>
    <dgm:pt modelId="{53F57B33-518F-4187-B9B4-375D133CC169}" type="parTrans" cxnId="{912003C7-FCCE-425E-B846-A7177C4AD0C1}">
      <dgm:prSet/>
      <dgm:spPr/>
      <dgm:t>
        <a:bodyPr/>
        <a:lstStyle/>
        <a:p>
          <a:endParaRPr lang="en-US"/>
        </a:p>
      </dgm:t>
    </dgm:pt>
    <dgm:pt modelId="{E24BE638-4589-428D-B812-EB3AE7AD15C0}" type="sibTrans" cxnId="{912003C7-FCCE-425E-B846-A7177C4AD0C1}">
      <dgm:prSet/>
      <dgm:spPr/>
      <dgm:t>
        <a:bodyPr/>
        <a:lstStyle/>
        <a:p>
          <a:endParaRPr lang="en-US"/>
        </a:p>
      </dgm:t>
    </dgm:pt>
    <dgm:pt modelId="{653FE1C0-3069-4F74-AA5B-FF19F9B9F94E}">
      <dgm:prSet phldrT="[Text]" custT="1"/>
      <dgm:spPr/>
      <dgm:t>
        <a:bodyPr/>
        <a:lstStyle/>
        <a:p>
          <a:r>
            <a:rPr lang="en-US" sz="1600" dirty="0" smtClean="0"/>
            <a:t>Executes Purchase or Provides Entitlements</a:t>
          </a:r>
        </a:p>
        <a:p>
          <a:r>
            <a:rPr lang="en-US" sz="1600" dirty="0" smtClean="0"/>
            <a:t>Reports Progress</a:t>
          </a:r>
          <a:endParaRPr lang="en-US" sz="1600" dirty="0"/>
        </a:p>
      </dgm:t>
    </dgm:pt>
    <dgm:pt modelId="{EB3C92B6-287B-4A03-9297-AF07B128BD85}" type="parTrans" cxnId="{5DFF368A-9E49-4DA5-AC4C-6963C8E360F4}">
      <dgm:prSet/>
      <dgm:spPr/>
      <dgm:t>
        <a:bodyPr/>
        <a:lstStyle/>
        <a:p>
          <a:endParaRPr lang="en-US"/>
        </a:p>
      </dgm:t>
    </dgm:pt>
    <dgm:pt modelId="{595A01A1-6BB8-493A-8388-35EB6D687F1E}" type="sibTrans" cxnId="{5DFF368A-9E49-4DA5-AC4C-6963C8E360F4}">
      <dgm:prSet/>
      <dgm:spPr/>
      <dgm:t>
        <a:bodyPr/>
        <a:lstStyle/>
        <a:p>
          <a:endParaRPr lang="en-US"/>
        </a:p>
      </dgm:t>
    </dgm:pt>
    <dgm:pt modelId="{034744B4-1966-4BAB-9105-C3F4D0C05400}">
      <dgm:prSet phldrT="[Text]" custT="1"/>
      <dgm:spPr/>
      <dgm:t>
        <a:bodyPr/>
        <a:lstStyle/>
        <a:p>
          <a:r>
            <a:rPr lang="en-US" sz="1600" dirty="0" smtClean="0"/>
            <a:t>Gaps? – Escalate to CIO</a:t>
          </a:r>
          <a:endParaRPr lang="en-US" sz="1600" dirty="0"/>
        </a:p>
      </dgm:t>
    </dgm:pt>
    <dgm:pt modelId="{F8A01FF0-93E1-4B12-8F81-41547CC2B18B}" type="parTrans" cxnId="{44658FFF-5BDA-4A1C-AD07-13AC471E9803}">
      <dgm:prSet/>
      <dgm:spPr/>
      <dgm:t>
        <a:bodyPr/>
        <a:lstStyle/>
        <a:p>
          <a:endParaRPr lang="en-US"/>
        </a:p>
      </dgm:t>
    </dgm:pt>
    <dgm:pt modelId="{0785A3EE-0F2E-43A9-BD4A-628A89C943B4}" type="sibTrans" cxnId="{44658FFF-5BDA-4A1C-AD07-13AC471E9803}">
      <dgm:prSet/>
      <dgm:spPr/>
      <dgm:t>
        <a:bodyPr/>
        <a:lstStyle/>
        <a:p>
          <a:endParaRPr lang="en-US"/>
        </a:p>
      </dgm:t>
    </dgm:pt>
    <dgm:pt modelId="{E5B89680-58F4-4027-999F-49BDCA0BCF77}">
      <dgm:prSet phldrT="[Text]" custT="1"/>
      <dgm:spPr/>
      <dgm:t>
        <a:bodyPr/>
        <a:lstStyle/>
        <a:p>
          <a:r>
            <a:rPr lang="en-US" sz="1600" dirty="0" smtClean="0"/>
            <a:t>Capital HQ Purchases</a:t>
          </a:r>
          <a:endParaRPr lang="en-US" sz="1600" dirty="0"/>
        </a:p>
      </dgm:t>
    </dgm:pt>
    <dgm:pt modelId="{E2AE3FD5-79A4-465E-B24A-2F37B4A19C82}" type="parTrans" cxnId="{DF074406-5B55-4C07-9791-6FAAFD514956}">
      <dgm:prSet/>
      <dgm:spPr/>
      <dgm:t>
        <a:bodyPr/>
        <a:lstStyle/>
        <a:p>
          <a:endParaRPr lang="en-US"/>
        </a:p>
      </dgm:t>
    </dgm:pt>
    <dgm:pt modelId="{034F25B5-FD63-422A-919B-67676FF4E988}" type="sibTrans" cxnId="{DF074406-5B55-4C07-9791-6FAAFD514956}">
      <dgm:prSet/>
      <dgm:spPr/>
      <dgm:t>
        <a:bodyPr/>
        <a:lstStyle/>
        <a:p>
          <a:endParaRPr lang="en-US"/>
        </a:p>
      </dgm:t>
    </dgm:pt>
    <dgm:pt modelId="{CE333F9C-1FE4-458E-B842-F40E39F9200C}">
      <dgm:prSet phldrT="[Text]" custT="1"/>
      <dgm:spPr/>
      <dgm:t>
        <a:bodyPr/>
        <a:lstStyle/>
        <a:p>
          <a:r>
            <a:rPr lang="en-US" sz="1600" dirty="0" smtClean="0"/>
            <a:t>Chargeback to Business</a:t>
          </a:r>
          <a:endParaRPr lang="en-US" sz="1600" dirty="0"/>
        </a:p>
      </dgm:t>
    </dgm:pt>
    <dgm:pt modelId="{14980774-C80B-430E-9A72-AF4A8B1B333E}" type="parTrans" cxnId="{D7C95503-C03A-42DA-A467-465C15CD0802}">
      <dgm:prSet/>
      <dgm:spPr/>
      <dgm:t>
        <a:bodyPr/>
        <a:lstStyle/>
        <a:p>
          <a:endParaRPr lang="en-US"/>
        </a:p>
      </dgm:t>
    </dgm:pt>
    <dgm:pt modelId="{70589481-D685-449F-8A5A-793449E84E06}" type="sibTrans" cxnId="{D7C95503-C03A-42DA-A467-465C15CD0802}">
      <dgm:prSet/>
      <dgm:spPr/>
      <dgm:t>
        <a:bodyPr/>
        <a:lstStyle/>
        <a:p>
          <a:endParaRPr lang="en-US"/>
        </a:p>
      </dgm:t>
    </dgm:pt>
    <dgm:pt modelId="{61475499-A8FF-4512-89BF-4730E587103E}" type="pres">
      <dgm:prSet presAssocID="{465BD126-5C51-4AD9-B8E6-0B0D5DADF7E9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97B8C8C-B28A-4AB5-A154-2F842F7E0FD0}" type="pres">
      <dgm:prSet presAssocID="{CE333F9C-1FE4-458E-B842-F40E39F9200C}" presName="boxAndChildren" presStyleCnt="0"/>
      <dgm:spPr/>
    </dgm:pt>
    <dgm:pt modelId="{24D24778-FA73-4191-AB17-0BCFD09B63EC}" type="pres">
      <dgm:prSet presAssocID="{CE333F9C-1FE4-458E-B842-F40E39F9200C}" presName="parentTextBox" presStyleLbl="node1" presStyleIdx="0" presStyleCnt="6"/>
      <dgm:spPr/>
      <dgm:t>
        <a:bodyPr/>
        <a:lstStyle/>
        <a:p>
          <a:endParaRPr lang="en-US"/>
        </a:p>
      </dgm:t>
    </dgm:pt>
    <dgm:pt modelId="{D3C83E4B-6243-476E-B8E9-FF13BA3DAE9C}" type="pres">
      <dgm:prSet presAssocID="{034F25B5-FD63-422A-919B-67676FF4E988}" presName="sp" presStyleCnt="0"/>
      <dgm:spPr/>
    </dgm:pt>
    <dgm:pt modelId="{9EFC191A-A60C-46A6-BC83-07BE5B7F8FF0}" type="pres">
      <dgm:prSet presAssocID="{E5B89680-58F4-4027-999F-49BDCA0BCF77}" presName="arrowAndChildren" presStyleCnt="0"/>
      <dgm:spPr/>
    </dgm:pt>
    <dgm:pt modelId="{9B698538-EC8A-43F6-BEA7-C36400431C14}" type="pres">
      <dgm:prSet presAssocID="{E5B89680-58F4-4027-999F-49BDCA0BCF77}" presName="parentTextArrow" presStyleLbl="node1" presStyleIdx="1" presStyleCnt="6"/>
      <dgm:spPr/>
      <dgm:t>
        <a:bodyPr/>
        <a:lstStyle/>
        <a:p>
          <a:endParaRPr lang="en-US"/>
        </a:p>
      </dgm:t>
    </dgm:pt>
    <dgm:pt modelId="{0800F422-F0E9-4835-AD6D-DF598DD2CA24}" type="pres">
      <dgm:prSet presAssocID="{0785A3EE-0F2E-43A9-BD4A-628A89C943B4}" presName="sp" presStyleCnt="0"/>
      <dgm:spPr/>
    </dgm:pt>
    <dgm:pt modelId="{25FF20F3-D01E-4322-B8DD-5E1CC4C6F9FA}" type="pres">
      <dgm:prSet presAssocID="{034744B4-1966-4BAB-9105-C3F4D0C05400}" presName="arrowAndChildren" presStyleCnt="0"/>
      <dgm:spPr/>
    </dgm:pt>
    <dgm:pt modelId="{5D948E41-933F-4D79-88E6-70611A218E57}" type="pres">
      <dgm:prSet presAssocID="{034744B4-1966-4BAB-9105-C3F4D0C05400}" presName="parentTextArrow" presStyleLbl="node1" presStyleIdx="2" presStyleCnt="6"/>
      <dgm:spPr/>
      <dgm:t>
        <a:bodyPr/>
        <a:lstStyle/>
        <a:p>
          <a:endParaRPr lang="en-US"/>
        </a:p>
      </dgm:t>
    </dgm:pt>
    <dgm:pt modelId="{C77B5AD4-2593-419C-913A-05527461AC87}" type="pres">
      <dgm:prSet presAssocID="{595A01A1-6BB8-493A-8388-35EB6D687F1E}" presName="sp" presStyleCnt="0"/>
      <dgm:spPr/>
    </dgm:pt>
    <dgm:pt modelId="{9AF8D8D5-575A-49CE-9A7A-ED38CB71B793}" type="pres">
      <dgm:prSet presAssocID="{653FE1C0-3069-4F74-AA5B-FF19F9B9F94E}" presName="arrowAndChildren" presStyleCnt="0"/>
      <dgm:spPr/>
    </dgm:pt>
    <dgm:pt modelId="{B303D531-8803-424B-8F3D-110BFB430FFA}" type="pres">
      <dgm:prSet presAssocID="{653FE1C0-3069-4F74-AA5B-FF19F9B9F94E}" presName="parentTextArrow" presStyleLbl="node1" presStyleIdx="3" presStyleCnt="6"/>
      <dgm:spPr/>
      <dgm:t>
        <a:bodyPr/>
        <a:lstStyle/>
        <a:p>
          <a:endParaRPr lang="en-US"/>
        </a:p>
      </dgm:t>
    </dgm:pt>
    <dgm:pt modelId="{BAA61AD5-66BA-4D1C-8625-526C2A2B9739}" type="pres">
      <dgm:prSet presAssocID="{E24BE638-4589-428D-B812-EB3AE7AD15C0}" presName="sp" presStyleCnt="0"/>
      <dgm:spPr/>
    </dgm:pt>
    <dgm:pt modelId="{91E61EC3-7272-44C3-8BBF-CACD5B0BDEE1}" type="pres">
      <dgm:prSet presAssocID="{BBF63D0B-FDD3-4FF0-AE86-5B1E7CFFD0E1}" presName="arrowAndChildren" presStyleCnt="0"/>
      <dgm:spPr/>
    </dgm:pt>
    <dgm:pt modelId="{35CBEA9B-9E32-45DB-B2FA-529D9936D4D3}" type="pres">
      <dgm:prSet presAssocID="{BBF63D0B-FDD3-4FF0-AE86-5B1E7CFFD0E1}" presName="parentTextArrow" presStyleLbl="node1" presStyleIdx="4" presStyleCnt="6"/>
      <dgm:spPr/>
      <dgm:t>
        <a:bodyPr/>
        <a:lstStyle/>
        <a:p>
          <a:endParaRPr lang="en-US"/>
        </a:p>
      </dgm:t>
    </dgm:pt>
    <dgm:pt modelId="{4EC0AC6F-5CB4-4241-A5E2-1282431B61DE}" type="pres">
      <dgm:prSet presAssocID="{CF1BEE6F-6985-45B8-8198-1D2E2EBE16FD}" presName="sp" presStyleCnt="0"/>
      <dgm:spPr/>
    </dgm:pt>
    <dgm:pt modelId="{457D373F-BA6B-4CEF-BF78-1AB8AAC938C0}" type="pres">
      <dgm:prSet presAssocID="{5C64AE9B-E465-4D31-BD1D-3B83B0CBFF72}" presName="arrowAndChildren" presStyleCnt="0"/>
      <dgm:spPr/>
    </dgm:pt>
    <dgm:pt modelId="{37C2738D-793D-4563-A4A5-B3821F58DC21}" type="pres">
      <dgm:prSet presAssocID="{5C64AE9B-E465-4D31-BD1D-3B83B0CBFF72}" presName="parentTextArrow" presStyleLbl="node1" presStyleIdx="5" presStyleCnt="6"/>
      <dgm:spPr/>
      <dgm:t>
        <a:bodyPr/>
        <a:lstStyle/>
        <a:p>
          <a:endParaRPr lang="en-US"/>
        </a:p>
      </dgm:t>
    </dgm:pt>
  </dgm:ptLst>
  <dgm:cxnLst>
    <dgm:cxn modelId="{44658FFF-5BDA-4A1C-AD07-13AC471E9803}" srcId="{465BD126-5C51-4AD9-B8E6-0B0D5DADF7E9}" destId="{034744B4-1966-4BAB-9105-C3F4D0C05400}" srcOrd="3" destOrd="0" parTransId="{F8A01FF0-93E1-4B12-8F81-41547CC2B18B}" sibTransId="{0785A3EE-0F2E-43A9-BD4A-628A89C943B4}"/>
    <dgm:cxn modelId="{5FC6856C-A707-4F23-ACB2-7C7C34B1C587}" srcId="{465BD126-5C51-4AD9-B8E6-0B0D5DADF7E9}" destId="{5C64AE9B-E465-4D31-BD1D-3B83B0CBFF72}" srcOrd="0" destOrd="0" parTransId="{C329F0DE-3162-46F8-BEBB-B4B4C5F95070}" sibTransId="{CF1BEE6F-6985-45B8-8198-1D2E2EBE16FD}"/>
    <dgm:cxn modelId="{5DFF368A-9E49-4DA5-AC4C-6963C8E360F4}" srcId="{465BD126-5C51-4AD9-B8E6-0B0D5DADF7E9}" destId="{653FE1C0-3069-4F74-AA5B-FF19F9B9F94E}" srcOrd="2" destOrd="0" parTransId="{EB3C92B6-287B-4A03-9297-AF07B128BD85}" sibTransId="{595A01A1-6BB8-493A-8388-35EB6D687F1E}"/>
    <dgm:cxn modelId="{DF074406-5B55-4C07-9791-6FAAFD514956}" srcId="{465BD126-5C51-4AD9-B8E6-0B0D5DADF7E9}" destId="{E5B89680-58F4-4027-999F-49BDCA0BCF77}" srcOrd="4" destOrd="0" parTransId="{E2AE3FD5-79A4-465E-B24A-2F37B4A19C82}" sibTransId="{034F25B5-FD63-422A-919B-67676FF4E988}"/>
    <dgm:cxn modelId="{86350CF7-9CCD-47AD-94C8-A3EF441A198F}" type="presOf" srcId="{E5B89680-58F4-4027-999F-49BDCA0BCF77}" destId="{9B698538-EC8A-43F6-BEA7-C36400431C14}" srcOrd="0" destOrd="0" presId="urn:microsoft.com/office/officeart/2005/8/layout/process4"/>
    <dgm:cxn modelId="{0B299415-12F5-440F-8071-464B3A7FBEDF}" type="presOf" srcId="{465BD126-5C51-4AD9-B8E6-0B0D5DADF7E9}" destId="{61475499-A8FF-4512-89BF-4730E587103E}" srcOrd="0" destOrd="0" presId="urn:microsoft.com/office/officeart/2005/8/layout/process4"/>
    <dgm:cxn modelId="{731CA377-4A24-47B6-B7A8-930FD8322E78}" type="presOf" srcId="{BBF63D0B-FDD3-4FF0-AE86-5B1E7CFFD0E1}" destId="{35CBEA9B-9E32-45DB-B2FA-529D9936D4D3}" srcOrd="0" destOrd="0" presId="urn:microsoft.com/office/officeart/2005/8/layout/process4"/>
    <dgm:cxn modelId="{AB6346B9-1F6E-4632-B3DC-C23D114A7F65}" type="presOf" srcId="{5C64AE9B-E465-4D31-BD1D-3B83B0CBFF72}" destId="{37C2738D-793D-4563-A4A5-B3821F58DC21}" srcOrd="0" destOrd="0" presId="urn:microsoft.com/office/officeart/2005/8/layout/process4"/>
    <dgm:cxn modelId="{912003C7-FCCE-425E-B846-A7177C4AD0C1}" srcId="{465BD126-5C51-4AD9-B8E6-0B0D5DADF7E9}" destId="{BBF63D0B-FDD3-4FF0-AE86-5B1E7CFFD0E1}" srcOrd="1" destOrd="0" parTransId="{53F57B33-518F-4187-B9B4-375D133CC169}" sibTransId="{E24BE638-4589-428D-B812-EB3AE7AD15C0}"/>
    <dgm:cxn modelId="{232758F0-FE3C-4E13-ACAF-BE0F0ACA5A48}" type="presOf" srcId="{653FE1C0-3069-4F74-AA5B-FF19F9B9F94E}" destId="{B303D531-8803-424B-8F3D-110BFB430FFA}" srcOrd="0" destOrd="0" presId="urn:microsoft.com/office/officeart/2005/8/layout/process4"/>
    <dgm:cxn modelId="{D7C95503-C03A-42DA-A467-465C15CD0802}" srcId="{465BD126-5C51-4AD9-B8E6-0B0D5DADF7E9}" destId="{CE333F9C-1FE4-458E-B842-F40E39F9200C}" srcOrd="5" destOrd="0" parTransId="{14980774-C80B-430E-9A72-AF4A8B1B333E}" sibTransId="{70589481-D685-449F-8A5A-793449E84E06}"/>
    <dgm:cxn modelId="{9C71377E-77C6-4CC4-8456-F78BC2EACD94}" type="presOf" srcId="{034744B4-1966-4BAB-9105-C3F4D0C05400}" destId="{5D948E41-933F-4D79-88E6-70611A218E57}" srcOrd="0" destOrd="0" presId="urn:microsoft.com/office/officeart/2005/8/layout/process4"/>
    <dgm:cxn modelId="{C38224CC-F7BE-4F2B-9ACD-052100745EA0}" type="presOf" srcId="{CE333F9C-1FE4-458E-B842-F40E39F9200C}" destId="{24D24778-FA73-4191-AB17-0BCFD09B63EC}" srcOrd="0" destOrd="0" presId="urn:microsoft.com/office/officeart/2005/8/layout/process4"/>
    <dgm:cxn modelId="{D32037C1-4D94-4EA5-8888-7848DF439840}" type="presParOf" srcId="{61475499-A8FF-4512-89BF-4730E587103E}" destId="{D97B8C8C-B28A-4AB5-A154-2F842F7E0FD0}" srcOrd="0" destOrd="0" presId="urn:microsoft.com/office/officeart/2005/8/layout/process4"/>
    <dgm:cxn modelId="{C8889CB0-CB58-45FC-BEC6-6E031D3B3C3C}" type="presParOf" srcId="{D97B8C8C-B28A-4AB5-A154-2F842F7E0FD0}" destId="{24D24778-FA73-4191-AB17-0BCFD09B63EC}" srcOrd="0" destOrd="0" presId="urn:microsoft.com/office/officeart/2005/8/layout/process4"/>
    <dgm:cxn modelId="{406F8F11-12BD-4DAE-872C-3F28DB721F0A}" type="presParOf" srcId="{61475499-A8FF-4512-89BF-4730E587103E}" destId="{D3C83E4B-6243-476E-B8E9-FF13BA3DAE9C}" srcOrd="1" destOrd="0" presId="urn:microsoft.com/office/officeart/2005/8/layout/process4"/>
    <dgm:cxn modelId="{4BFE1F61-D1C9-46DF-81C5-B82EBE8CC692}" type="presParOf" srcId="{61475499-A8FF-4512-89BF-4730E587103E}" destId="{9EFC191A-A60C-46A6-BC83-07BE5B7F8FF0}" srcOrd="2" destOrd="0" presId="urn:microsoft.com/office/officeart/2005/8/layout/process4"/>
    <dgm:cxn modelId="{5D05BE1A-D941-4CAE-BAD6-EFD5D5A10AFF}" type="presParOf" srcId="{9EFC191A-A60C-46A6-BC83-07BE5B7F8FF0}" destId="{9B698538-EC8A-43F6-BEA7-C36400431C14}" srcOrd="0" destOrd="0" presId="urn:microsoft.com/office/officeart/2005/8/layout/process4"/>
    <dgm:cxn modelId="{88FC3210-FBE5-4D29-B72B-79B8CF6FE934}" type="presParOf" srcId="{61475499-A8FF-4512-89BF-4730E587103E}" destId="{0800F422-F0E9-4835-AD6D-DF598DD2CA24}" srcOrd="3" destOrd="0" presId="urn:microsoft.com/office/officeart/2005/8/layout/process4"/>
    <dgm:cxn modelId="{2C84A01C-7EA8-4163-8789-931332653841}" type="presParOf" srcId="{61475499-A8FF-4512-89BF-4730E587103E}" destId="{25FF20F3-D01E-4322-B8DD-5E1CC4C6F9FA}" srcOrd="4" destOrd="0" presId="urn:microsoft.com/office/officeart/2005/8/layout/process4"/>
    <dgm:cxn modelId="{08616128-36F1-49D1-970A-14164BAA3477}" type="presParOf" srcId="{25FF20F3-D01E-4322-B8DD-5E1CC4C6F9FA}" destId="{5D948E41-933F-4D79-88E6-70611A218E57}" srcOrd="0" destOrd="0" presId="urn:microsoft.com/office/officeart/2005/8/layout/process4"/>
    <dgm:cxn modelId="{0A5D289D-3593-4E09-B03D-35B796014E46}" type="presParOf" srcId="{61475499-A8FF-4512-89BF-4730E587103E}" destId="{C77B5AD4-2593-419C-913A-05527461AC87}" srcOrd="5" destOrd="0" presId="urn:microsoft.com/office/officeart/2005/8/layout/process4"/>
    <dgm:cxn modelId="{3CE7C129-FF03-4260-B393-85FB01D4FDF4}" type="presParOf" srcId="{61475499-A8FF-4512-89BF-4730E587103E}" destId="{9AF8D8D5-575A-49CE-9A7A-ED38CB71B793}" srcOrd="6" destOrd="0" presId="urn:microsoft.com/office/officeart/2005/8/layout/process4"/>
    <dgm:cxn modelId="{0E2A343C-4845-461E-9113-8F5BFD8B8EAD}" type="presParOf" srcId="{9AF8D8D5-575A-49CE-9A7A-ED38CB71B793}" destId="{B303D531-8803-424B-8F3D-110BFB430FFA}" srcOrd="0" destOrd="0" presId="urn:microsoft.com/office/officeart/2005/8/layout/process4"/>
    <dgm:cxn modelId="{C5B93E96-59F0-4A2E-A157-980FAF6522C6}" type="presParOf" srcId="{61475499-A8FF-4512-89BF-4730E587103E}" destId="{BAA61AD5-66BA-4D1C-8625-526C2A2B9739}" srcOrd="7" destOrd="0" presId="urn:microsoft.com/office/officeart/2005/8/layout/process4"/>
    <dgm:cxn modelId="{5F25CF1B-CD17-4BC4-BC0C-FFE97CCF6673}" type="presParOf" srcId="{61475499-A8FF-4512-89BF-4730E587103E}" destId="{91E61EC3-7272-44C3-8BBF-CACD5B0BDEE1}" srcOrd="8" destOrd="0" presId="urn:microsoft.com/office/officeart/2005/8/layout/process4"/>
    <dgm:cxn modelId="{16CA53A3-3E1C-4BCF-979F-DF258EB60CED}" type="presParOf" srcId="{91E61EC3-7272-44C3-8BBF-CACD5B0BDEE1}" destId="{35CBEA9B-9E32-45DB-B2FA-529D9936D4D3}" srcOrd="0" destOrd="0" presId="urn:microsoft.com/office/officeart/2005/8/layout/process4"/>
    <dgm:cxn modelId="{840CC86B-E65F-4675-8012-2198B0B263D8}" type="presParOf" srcId="{61475499-A8FF-4512-89BF-4730E587103E}" destId="{4EC0AC6F-5CB4-4241-A5E2-1282431B61DE}" srcOrd="9" destOrd="0" presId="urn:microsoft.com/office/officeart/2005/8/layout/process4"/>
    <dgm:cxn modelId="{84083CEA-3838-4727-B6F7-CBBB627CEBE3}" type="presParOf" srcId="{61475499-A8FF-4512-89BF-4730E587103E}" destId="{457D373F-BA6B-4CEF-BF78-1AB8AAC938C0}" srcOrd="10" destOrd="0" presId="urn:microsoft.com/office/officeart/2005/8/layout/process4"/>
    <dgm:cxn modelId="{CDBE393A-B6D9-4454-9B4D-CFE312F78C1E}" type="presParOf" srcId="{457D373F-BA6B-4CEF-BF78-1AB8AAC938C0}" destId="{37C2738D-793D-4563-A4A5-B3821F58DC2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30F2A3-4FE4-4DF1-97C5-989EF1D25838}" type="doc">
      <dgm:prSet loTypeId="urn:microsoft.com/office/officeart/2005/8/layout/hierarchy4" loCatId="relationship" qsTypeId="urn:microsoft.com/office/officeart/2005/8/quickstyle/simple5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ECA3EAB2-6597-4432-8A2D-993D221FD530}">
      <dgm:prSet phldrT="[Text]"/>
      <dgm:spPr/>
      <dgm:t>
        <a:bodyPr/>
        <a:lstStyle/>
        <a:p>
          <a:r>
            <a:rPr lang="es-ES_tradnl" dirty="0" err="1" smtClean="0"/>
            <a:t>Aspera</a:t>
          </a:r>
          <a:endParaRPr lang="es-ES" dirty="0"/>
        </a:p>
      </dgm:t>
    </dgm:pt>
    <dgm:pt modelId="{0B46C380-2894-49C0-8DBF-3A46028FC0C3}" type="parTrans" cxnId="{836BA42D-9EBD-4DAD-924F-C9AED4812C77}">
      <dgm:prSet/>
      <dgm:spPr/>
      <dgm:t>
        <a:bodyPr/>
        <a:lstStyle/>
        <a:p>
          <a:endParaRPr lang="es-ES"/>
        </a:p>
      </dgm:t>
    </dgm:pt>
    <dgm:pt modelId="{5AF3EC51-C4B9-49DE-A15A-A4F98F1607BC}" type="sibTrans" cxnId="{836BA42D-9EBD-4DAD-924F-C9AED4812C77}">
      <dgm:prSet/>
      <dgm:spPr/>
      <dgm:t>
        <a:bodyPr/>
        <a:lstStyle/>
        <a:p>
          <a:endParaRPr lang="es-ES"/>
        </a:p>
      </dgm:t>
    </dgm:pt>
    <dgm:pt modelId="{F9D86774-F889-47D6-A2B1-35BDD58AB9C4}">
      <dgm:prSet phldrT="[Text]"/>
      <dgm:spPr/>
      <dgm:t>
        <a:bodyPr/>
        <a:lstStyle/>
        <a:p>
          <a:r>
            <a:rPr lang="es-ES_tradnl" dirty="0" smtClean="0"/>
            <a:t>EARL</a:t>
          </a:r>
          <a:endParaRPr lang="es-ES" dirty="0"/>
        </a:p>
      </dgm:t>
    </dgm:pt>
    <dgm:pt modelId="{6E34D3C0-5E6E-4AA0-99F5-C7A4F080C386}" type="parTrans" cxnId="{594BF213-CA5A-4A98-8BB5-21BE7988E9D0}">
      <dgm:prSet/>
      <dgm:spPr/>
      <dgm:t>
        <a:bodyPr/>
        <a:lstStyle/>
        <a:p>
          <a:endParaRPr lang="es-ES"/>
        </a:p>
      </dgm:t>
    </dgm:pt>
    <dgm:pt modelId="{95EF1A09-08C6-4030-8531-FE660CCB592C}" type="sibTrans" cxnId="{594BF213-CA5A-4A98-8BB5-21BE7988E9D0}">
      <dgm:prSet/>
      <dgm:spPr/>
      <dgm:t>
        <a:bodyPr/>
        <a:lstStyle/>
        <a:p>
          <a:endParaRPr lang="es-ES"/>
        </a:p>
      </dgm:t>
    </dgm:pt>
    <dgm:pt modelId="{20FC17C0-FBCF-4888-853D-7C3323AD9586}">
      <dgm:prSet phldrT="[Text]"/>
      <dgm:spPr/>
      <dgm:t>
        <a:bodyPr/>
        <a:lstStyle/>
        <a:p>
          <a:r>
            <a:rPr lang="es-ES_tradnl" dirty="0" smtClean="0"/>
            <a:t>UAPM </a:t>
          </a:r>
          <a:r>
            <a:rPr lang="es-ES_tradnl" dirty="0" err="1" smtClean="0"/>
            <a:t>Inventory</a:t>
          </a:r>
          <a:endParaRPr lang="es-ES" dirty="0"/>
        </a:p>
      </dgm:t>
    </dgm:pt>
    <dgm:pt modelId="{0AA03B29-0E19-4250-BF96-A1077C39AD05}" type="parTrans" cxnId="{B310441D-F80E-4CF9-A1FC-E0EE71AF523E}">
      <dgm:prSet/>
      <dgm:spPr/>
      <dgm:t>
        <a:bodyPr/>
        <a:lstStyle/>
        <a:p>
          <a:endParaRPr lang="es-ES"/>
        </a:p>
      </dgm:t>
    </dgm:pt>
    <dgm:pt modelId="{08609504-55F8-46C0-8615-927F8ECDD05F}" type="sibTrans" cxnId="{B310441D-F80E-4CF9-A1FC-E0EE71AF523E}">
      <dgm:prSet/>
      <dgm:spPr/>
      <dgm:t>
        <a:bodyPr/>
        <a:lstStyle/>
        <a:p>
          <a:endParaRPr lang="es-ES"/>
        </a:p>
      </dgm:t>
    </dgm:pt>
    <dgm:pt modelId="{0A122716-1530-4819-97F0-6A4D7BE0F897}">
      <dgm:prSet phldrT="[Text]"/>
      <dgm:spPr/>
      <dgm:t>
        <a:bodyPr/>
        <a:lstStyle/>
        <a:p>
          <a:r>
            <a:rPr lang="es-ES_tradnl" dirty="0" smtClean="0"/>
            <a:t>Ad hoc </a:t>
          </a:r>
          <a:r>
            <a:rPr lang="es-ES_tradnl" dirty="0" err="1" smtClean="0"/>
            <a:t>Processes</a:t>
          </a:r>
          <a:endParaRPr lang="es-ES" dirty="0"/>
        </a:p>
      </dgm:t>
    </dgm:pt>
    <dgm:pt modelId="{6F9E4CDC-8091-459E-887D-ADE503D56228}" type="parTrans" cxnId="{AB6B24C5-FF2D-4221-8A33-9753163A6C6A}">
      <dgm:prSet/>
      <dgm:spPr/>
      <dgm:t>
        <a:bodyPr/>
        <a:lstStyle/>
        <a:p>
          <a:endParaRPr lang="es-ES"/>
        </a:p>
      </dgm:t>
    </dgm:pt>
    <dgm:pt modelId="{D3A7CA71-D03A-4B9E-BB78-97C2F7C666E8}" type="sibTrans" cxnId="{AB6B24C5-FF2D-4221-8A33-9753163A6C6A}">
      <dgm:prSet/>
      <dgm:spPr/>
      <dgm:t>
        <a:bodyPr/>
        <a:lstStyle/>
        <a:p>
          <a:endParaRPr lang="es-ES"/>
        </a:p>
      </dgm:t>
    </dgm:pt>
    <dgm:pt modelId="{2F11F0AF-4B83-48D2-BB6B-C72A171853A9}">
      <dgm:prSet phldrT="[Text]"/>
      <dgm:spPr/>
      <dgm:t>
        <a:bodyPr/>
        <a:lstStyle/>
        <a:p>
          <a:r>
            <a:rPr lang="es-ES_tradnl" dirty="0" smtClean="0"/>
            <a:t>SW </a:t>
          </a:r>
          <a:r>
            <a:rPr lang="es-ES_tradnl" dirty="0" err="1" smtClean="0"/>
            <a:t>Dashboard</a:t>
          </a:r>
          <a:endParaRPr lang="es-ES" dirty="0"/>
        </a:p>
      </dgm:t>
    </dgm:pt>
    <dgm:pt modelId="{E967F662-7302-4A10-9CE5-F2CD0E92A855}" type="parTrans" cxnId="{11F39739-E2F9-42C1-B4C5-6385CB9DABB2}">
      <dgm:prSet/>
      <dgm:spPr/>
      <dgm:t>
        <a:bodyPr/>
        <a:lstStyle/>
        <a:p>
          <a:endParaRPr lang="es-ES"/>
        </a:p>
      </dgm:t>
    </dgm:pt>
    <dgm:pt modelId="{128F8E4F-4792-4A3D-8183-37474FB78AA6}" type="sibTrans" cxnId="{11F39739-E2F9-42C1-B4C5-6385CB9DABB2}">
      <dgm:prSet/>
      <dgm:spPr/>
      <dgm:t>
        <a:bodyPr/>
        <a:lstStyle/>
        <a:p>
          <a:endParaRPr lang="es-ES"/>
        </a:p>
      </dgm:t>
    </dgm:pt>
    <dgm:pt modelId="{8746C168-21A2-4258-B64B-82527246C464}">
      <dgm:prSet phldrT="[Text]"/>
      <dgm:spPr/>
      <dgm:t>
        <a:bodyPr/>
        <a:lstStyle/>
        <a:p>
          <a:r>
            <a:rPr lang="es-ES_tradnl" dirty="0" smtClean="0"/>
            <a:t>SW </a:t>
          </a:r>
          <a:r>
            <a:rPr lang="es-ES_tradnl" dirty="0" err="1" smtClean="0"/>
            <a:t>Dashboard</a:t>
          </a:r>
          <a:endParaRPr lang="es-ES" dirty="0"/>
        </a:p>
      </dgm:t>
    </dgm:pt>
    <dgm:pt modelId="{3D60437F-F7ED-46F7-B8F8-ED9415F47934}" type="parTrans" cxnId="{161CCC4A-C675-437A-B875-73CF894DE1AD}">
      <dgm:prSet/>
      <dgm:spPr/>
      <dgm:t>
        <a:bodyPr/>
        <a:lstStyle/>
        <a:p>
          <a:endParaRPr lang="es-ES"/>
        </a:p>
      </dgm:t>
    </dgm:pt>
    <dgm:pt modelId="{999EC825-6623-4C12-9382-4A9A3BC1F53A}" type="sibTrans" cxnId="{161CCC4A-C675-437A-B875-73CF894DE1AD}">
      <dgm:prSet/>
      <dgm:spPr/>
      <dgm:t>
        <a:bodyPr/>
        <a:lstStyle/>
        <a:p>
          <a:endParaRPr lang="es-ES"/>
        </a:p>
      </dgm:t>
    </dgm:pt>
    <dgm:pt modelId="{65688BE5-905E-4797-A3F8-DF74ACBF926B}" type="pres">
      <dgm:prSet presAssocID="{1D30F2A3-4FE4-4DF1-97C5-989EF1D25838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s-ES"/>
        </a:p>
      </dgm:t>
    </dgm:pt>
    <dgm:pt modelId="{37178E20-6982-4DDE-8383-DD0BF73A6468}" type="pres">
      <dgm:prSet presAssocID="{ECA3EAB2-6597-4432-8A2D-993D221FD530}" presName="vertOne" presStyleCnt="0"/>
      <dgm:spPr/>
    </dgm:pt>
    <dgm:pt modelId="{260EF83B-672B-48BA-A577-EEFEEA752D93}" type="pres">
      <dgm:prSet presAssocID="{ECA3EAB2-6597-4432-8A2D-993D221FD530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3F95FAB1-0E29-4FCD-B751-A62D7EEA98FE}" type="pres">
      <dgm:prSet presAssocID="{ECA3EAB2-6597-4432-8A2D-993D221FD530}" presName="parTransOne" presStyleCnt="0"/>
      <dgm:spPr/>
    </dgm:pt>
    <dgm:pt modelId="{C80AF4B4-B9BE-41CD-831C-055E72FE6A70}" type="pres">
      <dgm:prSet presAssocID="{ECA3EAB2-6597-4432-8A2D-993D221FD530}" presName="horzOne" presStyleCnt="0"/>
      <dgm:spPr/>
    </dgm:pt>
    <dgm:pt modelId="{CB282D86-D302-47BD-848A-9A887540B58D}" type="pres">
      <dgm:prSet presAssocID="{F9D86774-F889-47D6-A2B1-35BDD58AB9C4}" presName="vertTwo" presStyleCnt="0"/>
      <dgm:spPr/>
    </dgm:pt>
    <dgm:pt modelId="{A8391190-312C-4D06-9B61-5686EE6ED223}" type="pres">
      <dgm:prSet presAssocID="{F9D86774-F889-47D6-A2B1-35BDD58AB9C4}" presName="txTwo" presStyleLbl="node2" presStyleIdx="0" presStyleCnt="2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7C6B4F9A-9CD6-4D0B-B6E8-DC51E8A95859}" type="pres">
      <dgm:prSet presAssocID="{F9D86774-F889-47D6-A2B1-35BDD58AB9C4}" presName="parTransTwo" presStyleCnt="0"/>
      <dgm:spPr/>
    </dgm:pt>
    <dgm:pt modelId="{74538DAC-272B-4D3D-B500-6875D8104328}" type="pres">
      <dgm:prSet presAssocID="{F9D86774-F889-47D6-A2B1-35BDD58AB9C4}" presName="horzTwo" presStyleCnt="0"/>
      <dgm:spPr/>
    </dgm:pt>
    <dgm:pt modelId="{893A9450-A9CC-4783-BC51-4D34F2DF8E0B}" type="pres">
      <dgm:prSet presAssocID="{20FC17C0-FBCF-4888-853D-7C3323AD9586}" presName="vertThree" presStyleCnt="0"/>
      <dgm:spPr/>
    </dgm:pt>
    <dgm:pt modelId="{FC1C30AE-535C-468F-83BB-5111A90E8CA1}" type="pres">
      <dgm:prSet presAssocID="{20FC17C0-FBCF-4888-853D-7C3323AD9586}" presName="txThre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72C020D9-1AAE-47EB-8A1E-223A0CEC8362}" type="pres">
      <dgm:prSet presAssocID="{20FC17C0-FBCF-4888-853D-7C3323AD9586}" presName="horzThree" presStyleCnt="0"/>
      <dgm:spPr/>
    </dgm:pt>
    <dgm:pt modelId="{BE00ED32-2CD6-4376-B05E-622D2FC5702A}" type="pres">
      <dgm:prSet presAssocID="{08609504-55F8-46C0-8615-927F8ECDD05F}" presName="sibSpaceThree" presStyleCnt="0"/>
      <dgm:spPr/>
    </dgm:pt>
    <dgm:pt modelId="{8609E9D5-6D66-48C0-91FF-F98779D05D9C}" type="pres">
      <dgm:prSet presAssocID="{0A122716-1530-4819-97F0-6A4D7BE0F897}" presName="vertThree" presStyleCnt="0"/>
      <dgm:spPr/>
    </dgm:pt>
    <dgm:pt modelId="{F47E22F6-747D-4247-B3C9-40898724415D}" type="pres">
      <dgm:prSet presAssocID="{0A122716-1530-4819-97F0-6A4D7BE0F897}" presName="txThre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AC2151A2-0B0C-4611-A6FC-9075F81D120B}" type="pres">
      <dgm:prSet presAssocID="{0A122716-1530-4819-97F0-6A4D7BE0F897}" presName="horzThree" presStyleCnt="0"/>
      <dgm:spPr/>
    </dgm:pt>
    <dgm:pt modelId="{B679E728-5398-47E8-A81E-A198A14D5F51}" type="pres">
      <dgm:prSet presAssocID="{95EF1A09-08C6-4030-8531-FE660CCB592C}" presName="sibSpaceTwo" presStyleCnt="0"/>
      <dgm:spPr/>
    </dgm:pt>
    <dgm:pt modelId="{0E1E0DDC-FD8F-46D9-B734-290C2DAA28B7}" type="pres">
      <dgm:prSet presAssocID="{2F11F0AF-4B83-48D2-BB6B-C72A171853A9}" presName="vertTwo" presStyleCnt="0"/>
      <dgm:spPr/>
    </dgm:pt>
    <dgm:pt modelId="{E323FDD9-899F-4A40-B25A-EECEDADF15E8}" type="pres">
      <dgm:prSet presAssocID="{2F11F0AF-4B83-48D2-BB6B-C72A171853A9}" presName="txTwo" presStyleLbl="node2" presStyleIdx="1" presStyleCnt="2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E3ED5E1A-6BCE-4244-A0E8-BED2F9BC8579}" type="pres">
      <dgm:prSet presAssocID="{2F11F0AF-4B83-48D2-BB6B-C72A171853A9}" presName="parTransTwo" presStyleCnt="0"/>
      <dgm:spPr/>
    </dgm:pt>
    <dgm:pt modelId="{C37171F9-8770-4758-A315-DF8484995512}" type="pres">
      <dgm:prSet presAssocID="{2F11F0AF-4B83-48D2-BB6B-C72A171853A9}" presName="horzTwo" presStyleCnt="0"/>
      <dgm:spPr/>
    </dgm:pt>
    <dgm:pt modelId="{44FB9144-AE9C-4196-B0DB-6CC5AA7950F8}" type="pres">
      <dgm:prSet presAssocID="{8746C168-21A2-4258-B64B-82527246C464}" presName="vertThree" presStyleCnt="0"/>
      <dgm:spPr/>
    </dgm:pt>
    <dgm:pt modelId="{4FFA481A-B4E2-44EF-B480-20AD1F61269E}" type="pres">
      <dgm:prSet presAssocID="{8746C168-21A2-4258-B64B-82527246C464}" presName="txThre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es-ES"/>
        </a:p>
      </dgm:t>
    </dgm:pt>
    <dgm:pt modelId="{5B193ED1-5390-45A2-9FA6-EB6EFEBA9D98}" type="pres">
      <dgm:prSet presAssocID="{8746C168-21A2-4258-B64B-82527246C464}" presName="horzThree" presStyleCnt="0"/>
      <dgm:spPr/>
    </dgm:pt>
  </dgm:ptLst>
  <dgm:cxnLst>
    <dgm:cxn modelId="{836BA42D-9EBD-4DAD-924F-C9AED4812C77}" srcId="{1D30F2A3-4FE4-4DF1-97C5-989EF1D25838}" destId="{ECA3EAB2-6597-4432-8A2D-993D221FD530}" srcOrd="0" destOrd="0" parTransId="{0B46C380-2894-49C0-8DBF-3A46028FC0C3}" sibTransId="{5AF3EC51-C4B9-49DE-A15A-A4F98F1607BC}"/>
    <dgm:cxn modelId="{AB6B24C5-FF2D-4221-8A33-9753163A6C6A}" srcId="{F9D86774-F889-47D6-A2B1-35BDD58AB9C4}" destId="{0A122716-1530-4819-97F0-6A4D7BE0F897}" srcOrd="1" destOrd="0" parTransId="{6F9E4CDC-8091-459E-887D-ADE503D56228}" sibTransId="{D3A7CA71-D03A-4B9E-BB78-97C2F7C666E8}"/>
    <dgm:cxn modelId="{BEBEFF1B-7B00-41ED-8F27-70ACC8A4C532}" type="presOf" srcId="{2F11F0AF-4B83-48D2-BB6B-C72A171853A9}" destId="{E323FDD9-899F-4A40-B25A-EECEDADF15E8}" srcOrd="0" destOrd="0" presId="urn:microsoft.com/office/officeart/2005/8/layout/hierarchy4"/>
    <dgm:cxn modelId="{4C60DC24-7CD7-470E-8E7D-4DF245E364E9}" type="presOf" srcId="{8746C168-21A2-4258-B64B-82527246C464}" destId="{4FFA481A-B4E2-44EF-B480-20AD1F61269E}" srcOrd="0" destOrd="0" presId="urn:microsoft.com/office/officeart/2005/8/layout/hierarchy4"/>
    <dgm:cxn modelId="{BAE5559E-9646-4AFE-9FFA-03FFFF5CA32E}" type="presOf" srcId="{F9D86774-F889-47D6-A2B1-35BDD58AB9C4}" destId="{A8391190-312C-4D06-9B61-5686EE6ED223}" srcOrd="0" destOrd="0" presId="urn:microsoft.com/office/officeart/2005/8/layout/hierarchy4"/>
    <dgm:cxn modelId="{E7E56901-2B7A-4E2C-BD07-DCB4EC49CD6E}" type="presOf" srcId="{0A122716-1530-4819-97F0-6A4D7BE0F897}" destId="{F47E22F6-747D-4247-B3C9-40898724415D}" srcOrd="0" destOrd="0" presId="urn:microsoft.com/office/officeart/2005/8/layout/hierarchy4"/>
    <dgm:cxn modelId="{594BF213-CA5A-4A98-8BB5-21BE7988E9D0}" srcId="{ECA3EAB2-6597-4432-8A2D-993D221FD530}" destId="{F9D86774-F889-47D6-A2B1-35BDD58AB9C4}" srcOrd="0" destOrd="0" parTransId="{6E34D3C0-5E6E-4AA0-99F5-C7A4F080C386}" sibTransId="{95EF1A09-08C6-4030-8531-FE660CCB592C}"/>
    <dgm:cxn modelId="{B310441D-F80E-4CF9-A1FC-E0EE71AF523E}" srcId="{F9D86774-F889-47D6-A2B1-35BDD58AB9C4}" destId="{20FC17C0-FBCF-4888-853D-7C3323AD9586}" srcOrd="0" destOrd="0" parTransId="{0AA03B29-0E19-4250-BF96-A1077C39AD05}" sibTransId="{08609504-55F8-46C0-8615-927F8ECDD05F}"/>
    <dgm:cxn modelId="{11F39739-E2F9-42C1-B4C5-6385CB9DABB2}" srcId="{ECA3EAB2-6597-4432-8A2D-993D221FD530}" destId="{2F11F0AF-4B83-48D2-BB6B-C72A171853A9}" srcOrd="1" destOrd="0" parTransId="{E967F662-7302-4A10-9CE5-F2CD0E92A855}" sibTransId="{128F8E4F-4792-4A3D-8183-37474FB78AA6}"/>
    <dgm:cxn modelId="{161CCC4A-C675-437A-B875-73CF894DE1AD}" srcId="{2F11F0AF-4B83-48D2-BB6B-C72A171853A9}" destId="{8746C168-21A2-4258-B64B-82527246C464}" srcOrd="0" destOrd="0" parTransId="{3D60437F-F7ED-46F7-B8F8-ED9415F47934}" sibTransId="{999EC825-6623-4C12-9382-4A9A3BC1F53A}"/>
    <dgm:cxn modelId="{B2B7E975-72F2-47DD-A40C-FD9A3F5A5C65}" type="presOf" srcId="{ECA3EAB2-6597-4432-8A2D-993D221FD530}" destId="{260EF83B-672B-48BA-A577-EEFEEA752D93}" srcOrd="0" destOrd="0" presId="urn:microsoft.com/office/officeart/2005/8/layout/hierarchy4"/>
    <dgm:cxn modelId="{839DFE98-6852-4E2E-B760-55140085FF78}" type="presOf" srcId="{1D30F2A3-4FE4-4DF1-97C5-989EF1D25838}" destId="{65688BE5-905E-4797-A3F8-DF74ACBF926B}" srcOrd="0" destOrd="0" presId="urn:microsoft.com/office/officeart/2005/8/layout/hierarchy4"/>
    <dgm:cxn modelId="{9D1ECC26-029B-4464-94E4-0E92D8DAF867}" type="presOf" srcId="{20FC17C0-FBCF-4888-853D-7C3323AD9586}" destId="{FC1C30AE-535C-468F-83BB-5111A90E8CA1}" srcOrd="0" destOrd="0" presId="urn:microsoft.com/office/officeart/2005/8/layout/hierarchy4"/>
    <dgm:cxn modelId="{4019A304-7290-4E70-8045-1A121E660CC3}" type="presParOf" srcId="{65688BE5-905E-4797-A3F8-DF74ACBF926B}" destId="{37178E20-6982-4DDE-8383-DD0BF73A6468}" srcOrd="0" destOrd="0" presId="urn:microsoft.com/office/officeart/2005/8/layout/hierarchy4"/>
    <dgm:cxn modelId="{B1B09C4C-E960-4FDB-B433-18F84F21A9C7}" type="presParOf" srcId="{37178E20-6982-4DDE-8383-DD0BF73A6468}" destId="{260EF83B-672B-48BA-A577-EEFEEA752D93}" srcOrd="0" destOrd="0" presId="urn:microsoft.com/office/officeart/2005/8/layout/hierarchy4"/>
    <dgm:cxn modelId="{B140A8AC-3E76-43E9-8260-66E95A32840A}" type="presParOf" srcId="{37178E20-6982-4DDE-8383-DD0BF73A6468}" destId="{3F95FAB1-0E29-4FCD-B751-A62D7EEA98FE}" srcOrd="1" destOrd="0" presId="urn:microsoft.com/office/officeart/2005/8/layout/hierarchy4"/>
    <dgm:cxn modelId="{472C9906-5C13-4EEA-891F-D819263B3367}" type="presParOf" srcId="{37178E20-6982-4DDE-8383-DD0BF73A6468}" destId="{C80AF4B4-B9BE-41CD-831C-055E72FE6A70}" srcOrd="2" destOrd="0" presId="urn:microsoft.com/office/officeart/2005/8/layout/hierarchy4"/>
    <dgm:cxn modelId="{DB91C10A-ED74-42D5-954D-3483B3847DC0}" type="presParOf" srcId="{C80AF4B4-B9BE-41CD-831C-055E72FE6A70}" destId="{CB282D86-D302-47BD-848A-9A887540B58D}" srcOrd="0" destOrd="0" presId="urn:microsoft.com/office/officeart/2005/8/layout/hierarchy4"/>
    <dgm:cxn modelId="{6E4B912D-871E-4BA5-8EB6-9FD900B3E38F}" type="presParOf" srcId="{CB282D86-D302-47BD-848A-9A887540B58D}" destId="{A8391190-312C-4D06-9B61-5686EE6ED223}" srcOrd="0" destOrd="0" presId="urn:microsoft.com/office/officeart/2005/8/layout/hierarchy4"/>
    <dgm:cxn modelId="{0499EFDB-7568-4D94-931F-4E2D6651CC63}" type="presParOf" srcId="{CB282D86-D302-47BD-848A-9A887540B58D}" destId="{7C6B4F9A-9CD6-4D0B-B6E8-DC51E8A95859}" srcOrd="1" destOrd="0" presId="urn:microsoft.com/office/officeart/2005/8/layout/hierarchy4"/>
    <dgm:cxn modelId="{8CFB8732-C6A3-4DD4-8CAF-66CC2C7C6BA2}" type="presParOf" srcId="{CB282D86-D302-47BD-848A-9A887540B58D}" destId="{74538DAC-272B-4D3D-B500-6875D8104328}" srcOrd="2" destOrd="0" presId="urn:microsoft.com/office/officeart/2005/8/layout/hierarchy4"/>
    <dgm:cxn modelId="{EBA01E4C-A05A-4526-B846-764DEC6EAE94}" type="presParOf" srcId="{74538DAC-272B-4D3D-B500-6875D8104328}" destId="{893A9450-A9CC-4783-BC51-4D34F2DF8E0B}" srcOrd="0" destOrd="0" presId="urn:microsoft.com/office/officeart/2005/8/layout/hierarchy4"/>
    <dgm:cxn modelId="{6A358CDC-8D63-4C89-936D-48B9AF588AD1}" type="presParOf" srcId="{893A9450-A9CC-4783-BC51-4D34F2DF8E0B}" destId="{FC1C30AE-535C-468F-83BB-5111A90E8CA1}" srcOrd="0" destOrd="0" presId="urn:microsoft.com/office/officeart/2005/8/layout/hierarchy4"/>
    <dgm:cxn modelId="{E21CB622-1B8D-4895-B12F-7C1AEB9368F1}" type="presParOf" srcId="{893A9450-A9CC-4783-BC51-4D34F2DF8E0B}" destId="{72C020D9-1AAE-47EB-8A1E-223A0CEC8362}" srcOrd="1" destOrd="0" presId="urn:microsoft.com/office/officeart/2005/8/layout/hierarchy4"/>
    <dgm:cxn modelId="{6514FD9E-6522-49A6-AAD9-7B7E13B910ED}" type="presParOf" srcId="{74538DAC-272B-4D3D-B500-6875D8104328}" destId="{BE00ED32-2CD6-4376-B05E-622D2FC5702A}" srcOrd="1" destOrd="0" presId="urn:microsoft.com/office/officeart/2005/8/layout/hierarchy4"/>
    <dgm:cxn modelId="{BC8AA13A-0F52-47A3-BEE1-42C3B54156A6}" type="presParOf" srcId="{74538DAC-272B-4D3D-B500-6875D8104328}" destId="{8609E9D5-6D66-48C0-91FF-F98779D05D9C}" srcOrd="2" destOrd="0" presId="urn:microsoft.com/office/officeart/2005/8/layout/hierarchy4"/>
    <dgm:cxn modelId="{831C47BF-638E-4530-A41F-A7A7CC40964E}" type="presParOf" srcId="{8609E9D5-6D66-48C0-91FF-F98779D05D9C}" destId="{F47E22F6-747D-4247-B3C9-40898724415D}" srcOrd="0" destOrd="0" presId="urn:microsoft.com/office/officeart/2005/8/layout/hierarchy4"/>
    <dgm:cxn modelId="{B3C9304F-4BC1-4C42-B4A5-C7C7A22DF162}" type="presParOf" srcId="{8609E9D5-6D66-48C0-91FF-F98779D05D9C}" destId="{AC2151A2-0B0C-4611-A6FC-9075F81D120B}" srcOrd="1" destOrd="0" presId="urn:microsoft.com/office/officeart/2005/8/layout/hierarchy4"/>
    <dgm:cxn modelId="{32052201-8A2E-47D9-9867-BD52B854E3E0}" type="presParOf" srcId="{C80AF4B4-B9BE-41CD-831C-055E72FE6A70}" destId="{B679E728-5398-47E8-A81E-A198A14D5F51}" srcOrd="1" destOrd="0" presId="urn:microsoft.com/office/officeart/2005/8/layout/hierarchy4"/>
    <dgm:cxn modelId="{11F62350-F5A9-4D85-9DD0-D5FA5866AAA4}" type="presParOf" srcId="{C80AF4B4-B9BE-41CD-831C-055E72FE6A70}" destId="{0E1E0DDC-FD8F-46D9-B734-290C2DAA28B7}" srcOrd="2" destOrd="0" presId="urn:microsoft.com/office/officeart/2005/8/layout/hierarchy4"/>
    <dgm:cxn modelId="{9BA3A66D-8F15-4FAD-98C9-51BECA45EAC0}" type="presParOf" srcId="{0E1E0DDC-FD8F-46D9-B734-290C2DAA28B7}" destId="{E323FDD9-899F-4A40-B25A-EECEDADF15E8}" srcOrd="0" destOrd="0" presId="urn:microsoft.com/office/officeart/2005/8/layout/hierarchy4"/>
    <dgm:cxn modelId="{9153FB2B-1217-45DE-A3FD-FFF56377A2A6}" type="presParOf" srcId="{0E1E0DDC-FD8F-46D9-B734-290C2DAA28B7}" destId="{E3ED5E1A-6BCE-4244-A0E8-BED2F9BC8579}" srcOrd="1" destOrd="0" presId="urn:microsoft.com/office/officeart/2005/8/layout/hierarchy4"/>
    <dgm:cxn modelId="{E31C1B2C-EE3C-4E32-A885-52690DD29F09}" type="presParOf" srcId="{0E1E0DDC-FD8F-46D9-B734-290C2DAA28B7}" destId="{C37171F9-8770-4758-A315-DF8484995512}" srcOrd="2" destOrd="0" presId="urn:microsoft.com/office/officeart/2005/8/layout/hierarchy4"/>
    <dgm:cxn modelId="{9ABCE8CF-D183-4ED0-90B2-A6EA6EE1432F}" type="presParOf" srcId="{C37171F9-8770-4758-A315-DF8484995512}" destId="{44FB9144-AE9C-4196-B0DB-6CC5AA7950F8}" srcOrd="0" destOrd="0" presId="urn:microsoft.com/office/officeart/2005/8/layout/hierarchy4"/>
    <dgm:cxn modelId="{E870766F-073D-474B-B56F-AA49A22013A6}" type="presParOf" srcId="{44FB9144-AE9C-4196-B0DB-6CC5AA7950F8}" destId="{4FFA481A-B4E2-44EF-B480-20AD1F61269E}" srcOrd="0" destOrd="0" presId="urn:microsoft.com/office/officeart/2005/8/layout/hierarchy4"/>
    <dgm:cxn modelId="{E261944B-F21C-4308-9865-86AC1830C846}" type="presParOf" srcId="{44FB9144-AE9C-4196-B0DB-6CC5AA7950F8}" destId="{5B193ED1-5390-45A2-9FA6-EB6EFEBA9D98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D24778-FA73-4191-AB17-0BCFD09B63EC}">
      <dsp:nvSpPr>
        <dsp:cNvPr id="0" name=""/>
        <dsp:cNvSpPr/>
      </dsp:nvSpPr>
      <dsp:spPr>
        <a:xfrm>
          <a:off x="0" y="4660091"/>
          <a:ext cx="4769922" cy="611634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Chargeback to Business</a:t>
          </a:r>
          <a:endParaRPr lang="en-US" sz="1600" kern="1200" dirty="0"/>
        </a:p>
      </dsp:txBody>
      <dsp:txXfrm>
        <a:off x="0" y="4660091"/>
        <a:ext cx="4769922" cy="611634"/>
      </dsp:txXfrm>
    </dsp:sp>
    <dsp:sp modelId="{9B698538-EC8A-43F6-BEA7-C36400431C14}">
      <dsp:nvSpPr>
        <dsp:cNvPr id="0" name=""/>
        <dsp:cNvSpPr/>
      </dsp:nvSpPr>
      <dsp:spPr>
        <a:xfrm rot="10800000">
          <a:off x="0" y="3728572"/>
          <a:ext cx="4769922" cy="940693"/>
        </a:xfrm>
        <a:prstGeom prst="upArrowCallout">
          <a:avLst/>
        </a:prstGeom>
        <a:solidFill>
          <a:schemeClr val="accent4">
            <a:hueOff val="544250"/>
            <a:satOff val="-2764"/>
            <a:lumOff val="1035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Capital HQ Purchases</a:t>
          </a:r>
          <a:endParaRPr lang="en-US" sz="1600" kern="1200" dirty="0"/>
        </a:p>
      </dsp:txBody>
      <dsp:txXfrm rot="10800000">
        <a:off x="0" y="3728572"/>
        <a:ext cx="4769922" cy="611234"/>
      </dsp:txXfrm>
    </dsp:sp>
    <dsp:sp modelId="{5D948E41-933F-4D79-88E6-70611A218E57}">
      <dsp:nvSpPr>
        <dsp:cNvPr id="0" name=""/>
        <dsp:cNvSpPr/>
      </dsp:nvSpPr>
      <dsp:spPr>
        <a:xfrm rot="10800000">
          <a:off x="0" y="2797052"/>
          <a:ext cx="4769922" cy="940693"/>
        </a:xfrm>
        <a:prstGeom prst="upArrowCallout">
          <a:avLst/>
        </a:prstGeom>
        <a:solidFill>
          <a:schemeClr val="accent4">
            <a:hueOff val="1088501"/>
            <a:satOff val="-5528"/>
            <a:lumOff val="2070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Gaps? – Escalate to CIO</a:t>
          </a:r>
          <a:endParaRPr lang="en-US" sz="1600" kern="1200" dirty="0"/>
        </a:p>
      </dsp:txBody>
      <dsp:txXfrm rot="10800000">
        <a:off x="0" y="2797052"/>
        <a:ext cx="4769922" cy="611234"/>
      </dsp:txXfrm>
    </dsp:sp>
    <dsp:sp modelId="{B303D531-8803-424B-8F3D-110BFB430FFA}">
      <dsp:nvSpPr>
        <dsp:cNvPr id="0" name=""/>
        <dsp:cNvSpPr/>
      </dsp:nvSpPr>
      <dsp:spPr>
        <a:xfrm rot="10800000">
          <a:off x="0" y="1865533"/>
          <a:ext cx="4769922" cy="940693"/>
        </a:xfrm>
        <a:prstGeom prst="upArrowCallout">
          <a:avLst/>
        </a:prstGeom>
        <a:solidFill>
          <a:schemeClr val="accent4">
            <a:hueOff val="1632751"/>
            <a:satOff val="-8292"/>
            <a:lumOff val="3106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Executes Purchase or Provides Entitlements</a:t>
          </a:r>
        </a:p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/>
            <a:t>Reports Progress</a:t>
          </a:r>
          <a:endParaRPr lang="en-US" sz="1600" kern="1200" dirty="0"/>
        </a:p>
      </dsp:txBody>
      <dsp:txXfrm rot="10800000">
        <a:off x="0" y="1865533"/>
        <a:ext cx="4769922" cy="611234"/>
      </dsp:txXfrm>
    </dsp:sp>
    <dsp:sp modelId="{35CBEA9B-9E32-45DB-B2FA-529D9936D4D3}">
      <dsp:nvSpPr>
        <dsp:cNvPr id="0" name=""/>
        <dsp:cNvSpPr/>
      </dsp:nvSpPr>
      <dsp:spPr>
        <a:xfrm rot="10800000">
          <a:off x="0" y="934014"/>
          <a:ext cx="4769922" cy="940693"/>
        </a:xfrm>
        <a:prstGeom prst="upArrowCallout">
          <a:avLst/>
        </a:prstGeom>
        <a:solidFill>
          <a:schemeClr val="accent4">
            <a:hueOff val="2177001"/>
            <a:satOff val="-11056"/>
            <a:lumOff val="4141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30 Day Remediation Period – Notify CIO</a:t>
          </a:r>
          <a:endParaRPr lang="en-US" sz="2100" kern="1200" dirty="0"/>
        </a:p>
      </dsp:txBody>
      <dsp:txXfrm rot="10800000">
        <a:off x="0" y="934014"/>
        <a:ext cx="4769922" cy="611234"/>
      </dsp:txXfrm>
    </dsp:sp>
    <dsp:sp modelId="{37C2738D-793D-4563-A4A5-B3821F58DC21}">
      <dsp:nvSpPr>
        <dsp:cNvPr id="0" name=""/>
        <dsp:cNvSpPr/>
      </dsp:nvSpPr>
      <dsp:spPr>
        <a:xfrm rot="10800000">
          <a:off x="0" y="2494"/>
          <a:ext cx="4769922" cy="940693"/>
        </a:xfrm>
        <a:prstGeom prst="upArrowCallout">
          <a:avLst/>
        </a:prstGeom>
        <a:solidFill>
          <a:schemeClr val="accent4">
            <a:hueOff val="2721251"/>
            <a:satOff val="-13820"/>
            <a:lumOff val="5176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/>
            <a:t>Identify Remediation Plan</a:t>
          </a:r>
          <a:endParaRPr lang="en-US" sz="2100" kern="1200" dirty="0"/>
        </a:p>
      </dsp:txBody>
      <dsp:txXfrm rot="10800000">
        <a:off x="0" y="2494"/>
        <a:ext cx="4769922" cy="61123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0EF83B-672B-48BA-A577-EEFEEA752D93}">
      <dsp:nvSpPr>
        <dsp:cNvPr id="0" name=""/>
        <dsp:cNvSpPr/>
      </dsp:nvSpPr>
      <dsp:spPr>
        <a:xfrm>
          <a:off x="506" y="145"/>
          <a:ext cx="4415138" cy="1009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71450" tIns="171450" rIns="171450" bIns="171450" numCol="1" spcCol="1270" anchor="ctr" anchorCtr="0">
          <a:noAutofit/>
        </a:bodyPr>
        <a:lstStyle/>
        <a:p>
          <a:pPr lvl="0" algn="ctr" defTabSz="2000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4500" kern="1200" dirty="0" err="1" smtClean="0"/>
            <a:t>Aspera</a:t>
          </a:r>
          <a:endParaRPr lang="es-ES" sz="4500" kern="1200" dirty="0"/>
        </a:p>
      </dsp:txBody>
      <dsp:txXfrm>
        <a:off x="30060" y="29699"/>
        <a:ext cx="4356030" cy="949924"/>
      </dsp:txXfrm>
    </dsp:sp>
    <dsp:sp modelId="{A8391190-312C-4D06-9B61-5686EE6ED223}">
      <dsp:nvSpPr>
        <dsp:cNvPr id="0" name=""/>
        <dsp:cNvSpPr/>
      </dsp:nvSpPr>
      <dsp:spPr>
        <a:xfrm>
          <a:off x="506" y="1087547"/>
          <a:ext cx="2884105" cy="1009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900" kern="1200" dirty="0" smtClean="0"/>
            <a:t>EARL</a:t>
          </a:r>
          <a:endParaRPr lang="es-ES" sz="1900" kern="1200" dirty="0"/>
        </a:p>
      </dsp:txBody>
      <dsp:txXfrm>
        <a:off x="30060" y="1117101"/>
        <a:ext cx="2824997" cy="949924"/>
      </dsp:txXfrm>
    </dsp:sp>
    <dsp:sp modelId="{FC1C30AE-535C-468F-83BB-5111A90E8CA1}">
      <dsp:nvSpPr>
        <dsp:cNvPr id="0" name=""/>
        <dsp:cNvSpPr/>
      </dsp:nvSpPr>
      <dsp:spPr>
        <a:xfrm>
          <a:off x="506" y="2174949"/>
          <a:ext cx="1412392" cy="1009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900" kern="1200" dirty="0" smtClean="0"/>
            <a:t>UAPM </a:t>
          </a:r>
          <a:r>
            <a:rPr lang="es-ES_tradnl" sz="1900" kern="1200" dirty="0" err="1" smtClean="0"/>
            <a:t>Inventory</a:t>
          </a:r>
          <a:endParaRPr lang="es-ES" sz="1900" kern="1200" dirty="0"/>
        </a:p>
      </dsp:txBody>
      <dsp:txXfrm>
        <a:off x="30060" y="2204503"/>
        <a:ext cx="1353284" cy="949924"/>
      </dsp:txXfrm>
    </dsp:sp>
    <dsp:sp modelId="{F47E22F6-747D-4247-B3C9-40898724415D}">
      <dsp:nvSpPr>
        <dsp:cNvPr id="0" name=""/>
        <dsp:cNvSpPr/>
      </dsp:nvSpPr>
      <dsp:spPr>
        <a:xfrm>
          <a:off x="1472219" y="2174949"/>
          <a:ext cx="1412392" cy="1009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900" kern="1200" dirty="0" smtClean="0"/>
            <a:t>Ad hoc </a:t>
          </a:r>
          <a:r>
            <a:rPr lang="es-ES_tradnl" sz="1900" kern="1200" dirty="0" err="1" smtClean="0"/>
            <a:t>Processes</a:t>
          </a:r>
          <a:endParaRPr lang="es-ES" sz="1900" kern="1200" dirty="0"/>
        </a:p>
      </dsp:txBody>
      <dsp:txXfrm>
        <a:off x="1501773" y="2204503"/>
        <a:ext cx="1353284" cy="949924"/>
      </dsp:txXfrm>
    </dsp:sp>
    <dsp:sp modelId="{E323FDD9-899F-4A40-B25A-EECEDADF15E8}">
      <dsp:nvSpPr>
        <dsp:cNvPr id="0" name=""/>
        <dsp:cNvSpPr/>
      </dsp:nvSpPr>
      <dsp:spPr>
        <a:xfrm>
          <a:off x="3003252" y="1087547"/>
          <a:ext cx="1412392" cy="1009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900" kern="1200" dirty="0" smtClean="0"/>
            <a:t>SW </a:t>
          </a:r>
          <a:r>
            <a:rPr lang="es-ES_tradnl" sz="1900" kern="1200" dirty="0" err="1" smtClean="0"/>
            <a:t>Dashboard</a:t>
          </a:r>
          <a:endParaRPr lang="es-ES" sz="1900" kern="1200" dirty="0"/>
        </a:p>
      </dsp:txBody>
      <dsp:txXfrm>
        <a:off x="3032806" y="1117101"/>
        <a:ext cx="1353284" cy="949924"/>
      </dsp:txXfrm>
    </dsp:sp>
    <dsp:sp modelId="{4FFA481A-B4E2-44EF-B480-20AD1F61269E}">
      <dsp:nvSpPr>
        <dsp:cNvPr id="0" name=""/>
        <dsp:cNvSpPr/>
      </dsp:nvSpPr>
      <dsp:spPr>
        <a:xfrm>
          <a:off x="3003252" y="2174949"/>
          <a:ext cx="1412392" cy="1009032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5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s-ES_tradnl" sz="1900" kern="1200" dirty="0" smtClean="0"/>
            <a:t>SW </a:t>
          </a:r>
          <a:r>
            <a:rPr lang="es-ES_tradnl" sz="1900" kern="1200" dirty="0" err="1" smtClean="0"/>
            <a:t>Dashboard</a:t>
          </a:r>
          <a:endParaRPr lang="es-ES" sz="1900" kern="1200" dirty="0"/>
        </a:p>
      </dsp:txBody>
      <dsp:txXfrm>
        <a:off x="3032806" y="2204503"/>
        <a:ext cx="1353284" cy="94992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22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8916988"/>
            <a:ext cx="1600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2691" name="Text Box 22"/>
          <p:cNvSpPr txBox="1">
            <a:spLocks noChangeArrowheads="1"/>
          </p:cNvSpPr>
          <p:nvPr/>
        </p:nvSpPr>
        <p:spPr bwMode="auto">
          <a:xfrm>
            <a:off x="2922588" y="8988425"/>
            <a:ext cx="402113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9pPr>
          </a:lstStyle>
          <a:p>
            <a:pPr algn="r">
              <a:lnSpc>
                <a:spcPts val="1100"/>
              </a:lnSpc>
              <a:defRPr/>
            </a:pPr>
            <a:fld id="{B3831250-8AC2-4481-B3F1-98001029A3A8}" type="slidenum">
              <a:rPr lang="en-US" sz="900">
                <a:solidFill>
                  <a:srgbClr val="1E4191"/>
                </a:solidFill>
              </a:rPr>
              <a:pPr algn="r">
                <a:lnSpc>
                  <a:spcPts val="1100"/>
                </a:lnSpc>
                <a:defRPr/>
              </a:pPr>
              <a:t>‹N°›</a:t>
            </a:fld>
            <a:r>
              <a:rPr lang="en-US" sz="900">
                <a:solidFill>
                  <a:srgbClr val="1E4191"/>
                </a:solidFill>
              </a:rPr>
              <a:t> /</a:t>
            </a:r>
          </a:p>
          <a:p>
            <a:pPr algn="r">
              <a:lnSpc>
                <a:spcPts val="1100"/>
              </a:lnSpc>
              <a:defRPr/>
            </a:pPr>
            <a:r>
              <a:rPr lang="en-US" sz="900">
                <a:solidFill>
                  <a:srgbClr val="1E4191"/>
                </a:solidFill>
              </a:rPr>
              <a:t>GE  / </a:t>
            </a:r>
          </a:p>
          <a:p>
            <a:pPr algn="r">
              <a:defRPr/>
            </a:pPr>
            <a:endParaRPr lang="en-US" sz="90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64060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754" name="Picture 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8916988"/>
            <a:ext cx="1600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2755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4400" y="228600"/>
            <a:ext cx="5730875" cy="42989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88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48200"/>
            <a:ext cx="5730875" cy="4295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6644" tIns="48322" rIns="96644" bIns="4832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204805" name="Text Box 14"/>
          <p:cNvSpPr txBox="1">
            <a:spLocks noChangeArrowheads="1"/>
          </p:cNvSpPr>
          <p:nvPr/>
        </p:nvSpPr>
        <p:spPr bwMode="auto">
          <a:xfrm>
            <a:off x="2922588" y="8988425"/>
            <a:ext cx="402113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9pPr>
          </a:lstStyle>
          <a:p>
            <a:pPr algn="r">
              <a:lnSpc>
                <a:spcPts val="1100"/>
              </a:lnSpc>
              <a:defRPr/>
            </a:pPr>
            <a:fld id="{CEA521FA-F3B3-4D52-BA1D-8A58A5966661}" type="slidenum">
              <a:rPr lang="en-US" sz="900">
                <a:solidFill>
                  <a:srgbClr val="1E4191"/>
                </a:solidFill>
              </a:rPr>
              <a:pPr algn="r">
                <a:lnSpc>
                  <a:spcPts val="1100"/>
                </a:lnSpc>
                <a:defRPr/>
              </a:pPr>
              <a:t>‹N°›</a:t>
            </a:fld>
            <a:r>
              <a:rPr lang="en-US" sz="900">
                <a:solidFill>
                  <a:srgbClr val="1E4191"/>
                </a:solidFill>
              </a:rPr>
              <a:t> /</a:t>
            </a:r>
          </a:p>
          <a:p>
            <a:pPr algn="r">
              <a:lnSpc>
                <a:spcPts val="1100"/>
              </a:lnSpc>
              <a:defRPr/>
            </a:pPr>
            <a:r>
              <a:rPr lang="en-US" sz="900">
                <a:solidFill>
                  <a:srgbClr val="1E4191"/>
                </a:solidFill>
              </a:rPr>
              <a:t>GE  / </a:t>
            </a:r>
          </a:p>
          <a:p>
            <a:pPr algn="r">
              <a:defRPr/>
            </a:pPr>
            <a:endParaRPr lang="en-US" sz="90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7969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1pPr>
    <a:lvl2pPr marL="457200"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2pPr>
    <a:lvl3pPr marL="914400"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3pPr>
    <a:lvl4pPr marL="1371600"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4pPr>
    <a:lvl5pPr marL="1828800" algn="l" rtl="0" eaLnBrk="0" fontAlgn="base" hangingPunct="0">
      <a:lnSpc>
        <a:spcPct val="90000"/>
      </a:lnSpc>
      <a:spcBef>
        <a:spcPct val="30000"/>
      </a:spcBef>
      <a:spcAft>
        <a:spcPct val="0"/>
      </a:spcAft>
      <a:defRPr sz="1200" kern="1200">
        <a:solidFill>
          <a:srgbClr val="4157AD"/>
        </a:solidFill>
        <a:latin typeface="GE Inspira Pitch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3779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49363" y="587375"/>
            <a:ext cx="4835525" cy="3625850"/>
          </a:xfrm>
          <a:ln w="12700" cap="flat"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53347" y="4563904"/>
            <a:ext cx="5410199" cy="4328875"/>
          </a:xfrm>
          <a:noFill/>
        </p:spPr>
        <p:txBody>
          <a:bodyPr lIns="95708" tIns="47854" rIns="95708" bIns="47854"/>
          <a:lstStyle/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Software Governance is an interdependent series of components, owned by different organizations.</a:t>
            </a:r>
          </a:p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Pillar identifies a key component of the software governance process.</a:t>
            </a:r>
          </a:p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Description describes the main purpose of the pillar.</a:t>
            </a:r>
          </a:p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Tool identifies if an IT solution exists for that pillar.</a:t>
            </a:r>
          </a:p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Software Request &amp; Licensing is a tool to facilitate approval routing for software requests and at the same time, also tracks all approved/purchased software over the lifecycle of that asset.</a:t>
            </a:r>
          </a:p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Application Depot is the standard tool used to delivery software to a pc/laptop.    Other methods do exist for installation on a server, and other tools like the Engineering Software Store also exist for delivery/use of approved software.</a:t>
            </a:r>
          </a:p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But, no matter how the software is delivered, all 3</a:t>
            </a:r>
            <a:r>
              <a:rPr lang="en-US" baseline="30000" dirty="0" smtClean="0">
                <a:latin typeface="Arial" charset="0"/>
              </a:rPr>
              <a:t>rd</a:t>
            </a:r>
            <a:r>
              <a:rPr lang="en-US" dirty="0" smtClean="0">
                <a:latin typeface="Arial" charset="0"/>
              </a:rPr>
              <a:t> party software is expected to have a record in SRL.</a:t>
            </a:r>
          </a:p>
          <a:p>
            <a:pPr>
              <a:lnSpc>
                <a:spcPct val="105000"/>
              </a:lnSpc>
              <a:spcBef>
                <a:spcPct val="75000"/>
              </a:spcBef>
            </a:pPr>
            <a:r>
              <a:rPr lang="en-US" dirty="0" smtClean="0">
                <a:latin typeface="Arial" charset="0"/>
              </a:rPr>
              <a:t>The last pillar represents reconciliation </a:t>
            </a:r>
            <a:r>
              <a:rPr lang="en-US" dirty="0" smtClean="0"/>
              <a:t>…</a:t>
            </a:r>
            <a:r>
              <a:rPr lang="en-US" dirty="0" smtClean="0">
                <a:latin typeface="Arial" charset="0"/>
              </a:rPr>
              <a:t> which is the main reason all the other pillars exist.  We must be able to prove compliant use of 3</a:t>
            </a:r>
            <a:r>
              <a:rPr lang="en-US" baseline="30000" dirty="0" smtClean="0">
                <a:latin typeface="Arial" charset="0"/>
              </a:rPr>
              <a:t>rd</a:t>
            </a:r>
            <a:r>
              <a:rPr lang="en-US" dirty="0" smtClean="0">
                <a:latin typeface="Arial" charset="0"/>
              </a:rPr>
              <a:t> party software. This pillar pulls all the inputs together to determine.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62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58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58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58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58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5827" name="Notes Placeholder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61" tIns="48331" rIns="96661" bIns="48331"/>
          <a:lstStyle>
            <a:lvl1pPr defTabSz="1021992">
              <a:defRPr sz="3400">
                <a:solidFill>
                  <a:schemeClr val="tx1"/>
                </a:solidFill>
                <a:latin typeface="GE Inspira" pitchFamily="34" charset="0"/>
              </a:defRPr>
            </a:lvl1pPr>
            <a:lvl2pPr marL="785372" indent="-302066" defTabSz="1021992">
              <a:defRPr sz="3400">
                <a:solidFill>
                  <a:schemeClr val="tx1"/>
                </a:solidFill>
                <a:latin typeface="GE Inspira" pitchFamily="34" charset="0"/>
              </a:defRPr>
            </a:lvl2pPr>
            <a:lvl3pPr marL="1208265" indent="-241653" defTabSz="1021992">
              <a:defRPr sz="3400">
                <a:solidFill>
                  <a:schemeClr val="tx1"/>
                </a:solidFill>
                <a:latin typeface="GE Inspira" pitchFamily="34" charset="0"/>
              </a:defRPr>
            </a:lvl3pPr>
            <a:lvl4pPr marL="1691571" indent="-241653" defTabSz="1021992">
              <a:defRPr sz="3400">
                <a:solidFill>
                  <a:schemeClr val="tx1"/>
                </a:solidFill>
                <a:latin typeface="GE Inspira" pitchFamily="34" charset="0"/>
              </a:defRPr>
            </a:lvl4pPr>
            <a:lvl5pPr marL="2174878" indent="-241653" defTabSz="1021992">
              <a:defRPr sz="3400">
                <a:solidFill>
                  <a:schemeClr val="tx1"/>
                </a:solidFill>
                <a:latin typeface="GE Inspira" pitchFamily="34" charset="0"/>
              </a:defRPr>
            </a:lvl5pPr>
            <a:lvl6pPr marL="2658184" indent="-241653" defTabSz="1021992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GE Inspira" pitchFamily="34" charset="0"/>
              </a:defRPr>
            </a:lvl6pPr>
            <a:lvl7pPr marL="3141490" indent="-241653" defTabSz="1021992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GE Inspira" pitchFamily="34" charset="0"/>
              </a:defRPr>
            </a:lvl7pPr>
            <a:lvl8pPr marL="3624796" indent="-241653" defTabSz="1021992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GE Inspira" pitchFamily="34" charset="0"/>
              </a:defRPr>
            </a:lvl8pPr>
            <a:lvl9pPr marL="4108102" indent="-241653" defTabSz="1021992" eaLnBrk="0" fontAlgn="base" hangingPunct="0">
              <a:spcBef>
                <a:spcPct val="0"/>
              </a:spcBef>
              <a:spcAft>
                <a:spcPct val="0"/>
              </a:spcAft>
              <a:defRPr sz="34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fld id="{CECCC69D-96DC-4CEB-9F8C-5CE5FEBF2CD4}" type="slidenum">
              <a:rPr lang="en-AU" sz="1400">
                <a:solidFill>
                  <a:srgbClr val="4157AD"/>
                </a:solidFill>
              </a:rPr>
              <a:pPr/>
              <a:t>13</a:t>
            </a:fld>
            <a:endParaRPr lang="en-AU" sz="1400">
              <a:solidFill>
                <a:srgbClr val="4157AD"/>
              </a:solidFill>
            </a:endParaRPr>
          </a:p>
        </p:txBody>
      </p:sp>
      <p:sp>
        <p:nvSpPr>
          <p:cNvPr id="31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4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5.xml"/></Relationships>
</file>

<file path=ppt/slideLayouts/_rels/slideLayout2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5.xml"/></Relationships>
</file>

<file path=ppt/slideLayouts/_rels/slideLayout2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2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5.xml"/></Relationships>
</file>

<file path=ppt/slideLayouts/_rels/slideLayout3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6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0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0616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662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0362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60824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115736"/>
            <a:ext cx="8459788" cy="4848503"/>
          </a:xfrm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90306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4152900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7200"/>
            <a:ext cx="4154488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5678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320687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>
          <a:xfrm>
            <a:off x="6063201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0056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142" y="1736449"/>
            <a:ext cx="4152405" cy="394355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142" y="2189527"/>
            <a:ext cx="4152405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3414" y="1736449"/>
            <a:ext cx="4154036" cy="394355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3414" y="2189527"/>
            <a:ext cx="4154036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45351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347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10671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6778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5947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3783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0544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45627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70522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D:\Documents and Settings\200015691\Desktop\Ivan Files\Downloads\IAW Tagline\IAW Tagline PPT use\One Line-Horizontal\GE_lockup_PMS7455_IaW_pp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733675"/>
            <a:ext cx="3687763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38671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15097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2539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60344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63745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48895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77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21485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58810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404261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1393196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984646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204410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8145213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162776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009839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45376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58902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310899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22968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67409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62715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44690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791751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807089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9078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03269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870407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362499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70733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564829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4151729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149377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17525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510782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3890300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471848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01072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550500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541776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20421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106665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229430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017404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085913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908035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388439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44007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284630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0441309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397112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67693241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913197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943385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829650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7962610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2219297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794226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990783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222476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01259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45535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4750679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44264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250037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047599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148934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360435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81938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357537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759482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00979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559114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40197146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16654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53132581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226967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064750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610001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539457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3738609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4428543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015546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0066240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6074634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27000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161431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59019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1532676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9012864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226438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236784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43897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261861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084058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80177728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4739660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2609629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00264891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019730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7813360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395331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52886415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1144931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7792834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2633391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2091983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1016295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47557663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450862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61567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8446848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856163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606511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1193941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900460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536814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916870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6973667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932322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5187125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1431307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286881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8294020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593960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509741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012000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028346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6795347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0371888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03668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2368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3387635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772029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8366740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7506588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0962619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599909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860948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3529735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908521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23639945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8194607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8060078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404643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5149184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498167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852484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487144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24293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ctrTitle" sz="quarter"/>
          </p:nvPr>
        </p:nvSpPr>
        <p:spPr>
          <a:xfrm>
            <a:off x="344488" y="263525"/>
            <a:ext cx="8401050" cy="1395413"/>
          </a:xfrm>
        </p:spPr>
        <p:txBody>
          <a:bodyPr/>
          <a:lstStyle>
            <a:lvl1pPr>
              <a:spcBef>
                <a:spcPct val="25000"/>
              </a:spcBef>
              <a:defRPr sz="42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40963" name="Rectangle 102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42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pic>
        <p:nvPicPr>
          <p:cNvPr id="40964" name="Picture 102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9" name="Text Box 1033"/>
          <p:cNvSpPr txBox="1">
            <a:spLocks noChangeArrowheads="1"/>
          </p:cNvSpPr>
          <p:nvPr userDrawn="1"/>
        </p:nvSpPr>
        <p:spPr bwMode="auto">
          <a:xfrm>
            <a:off x="8740775" y="6502400"/>
            <a:ext cx="3397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fld id="{4C3A1638-4157-4C69-AF52-AFCA04B86395}" type="slidenum">
              <a:rPr lang="en-US" sz="1000">
                <a:solidFill>
                  <a:srgbClr val="1E4191"/>
                </a:solidFill>
                <a:latin typeface="Arial" pitchFamily="34" charset="0"/>
                <a:ea typeface="MS PGothic" pitchFamily="34" charset="-128"/>
              </a:rPr>
              <a:pPr eaLnBrk="0" hangingPunct="0"/>
              <a:t>‹N°›</a:t>
            </a:fld>
            <a:endParaRPr lang="en-US" sz="1000">
              <a:solidFill>
                <a:srgbClr val="1E4191"/>
              </a:solidFill>
              <a:latin typeface="Arial" pitchFamily="34" charset="0"/>
              <a:ea typeface="MS PGothic" pitchFamily="34" charset="-128"/>
            </a:endParaRPr>
          </a:p>
        </p:txBody>
      </p:sp>
      <p:sp>
        <p:nvSpPr>
          <p:cNvPr id="40972" name="Text Box 1036"/>
          <p:cNvSpPr txBox="1">
            <a:spLocks noChangeArrowheads="1"/>
          </p:cNvSpPr>
          <p:nvPr userDrawn="1"/>
        </p:nvSpPr>
        <p:spPr bwMode="auto">
          <a:xfrm>
            <a:off x="2438400" y="6338888"/>
            <a:ext cx="38862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/>
            <a:r>
              <a:rPr lang="en-US" sz="1000">
                <a:solidFill>
                  <a:srgbClr val="28B9F5"/>
                </a:solidFill>
                <a:latin typeface="Arial" pitchFamily="34" charset="0"/>
                <a:ea typeface="MS PGothic" pitchFamily="34" charset="-128"/>
              </a:rPr>
              <a:t>Classification: GE Confidential</a:t>
            </a:r>
          </a:p>
          <a:p>
            <a:pPr algn="ctr"/>
            <a:endParaRPr lang="en-US" sz="2000">
              <a:solidFill>
                <a:srgbClr val="FFFFFF"/>
              </a:solidFill>
              <a:latin typeface="Arial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987343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12085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62063662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" y="838200"/>
            <a:ext cx="4152900" cy="4237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81500" y="838200"/>
            <a:ext cx="4154488" cy="42370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33178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351404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64313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1212153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08905554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08367231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066416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21438" y="76200"/>
            <a:ext cx="2114550" cy="49990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" y="76200"/>
            <a:ext cx="6192838" cy="49990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338873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76200"/>
            <a:ext cx="8459788" cy="4572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6200" y="838200"/>
            <a:ext cx="4152900" cy="42370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381500" y="838200"/>
            <a:ext cx="4154488" cy="4237038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704394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200" y="76200"/>
            <a:ext cx="8459788" cy="49990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462489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0614" name="Picture 6" descr="GE_lockup_7455RGB_IaW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5878513"/>
            <a:ext cx="2743200" cy="955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0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57188" y="280988"/>
            <a:ext cx="8401050" cy="1395412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AU" noProof="0" smtClean="0"/>
              <a:t>Click to edit Master title style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1950" y="1905000"/>
            <a:ext cx="8396288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rgbClr val="7C9DFD"/>
                </a:solidFill>
              </a:defRPr>
            </a:lvl1pPr>
          </a:lstStyle>
          <a:p>
            <a:pPr lvl="0"/>
            <a:r>
              <a:rPr lang="en-AU" noProof="0" smtClean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94594659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2833160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44022159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65300"/>
            <a:ext cx="4152900" cy="4097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65300"/>
            <a:ext cx="4154488" cy="4097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4365759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7336737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931958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8957747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48257673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1091351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4272590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7663" y="357188"/>
            <a:ext cx="2117725" cy="5505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57188"/>
            <a:ext cx="6202363" cy="5505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8923128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357188"/>
            <a:ext cx="8459788" cy="1276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s-E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42900" y="1765300"/>
            <a:ext cx="8459788" cy="4097338"/>
          </a:xfrm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2684007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615" name="Rectangle 7"/>
          <p:cNvSpPr>
            <a:spLocks noGrp="1" noChangeArrowheads="1"/>
          </p:cNvSpPr>
          <p:nvPr>
            <p:ph type="ctrTitle" sz="quarter"/>
          </p:nvPr>
        </p:nvSpPr>
        <p:spPr>
          <a:xfrm>
            <a:off x="344488" y="263525"/>
            <a:ext cx="8401050" cy="1395413"/>
          </a:xfrm>
        </p:spPr>
        <p:txBody>
          <a:bodyPr/>
          <a:lstStyle>
            <a:lvl1pPr>
              <a:spcBef>
                <a:spcPct val="25000"/>
              </a:spcBef>
              <a:defRPr sz="5000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580616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pic>
        <p:nvPicPr>
          <p:cNvPr id="580619" name="Picture 1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97040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‹N°›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 eaLnBrk="0" hangingPunct="0">
              <a:lnSpc>
                <a:spcPct val="90000"/>
              </a:lnSpc>
            </a:pPr>
            <a:r>
              <a:rPr lang="en-US" sz="900" dirty="0" smtClean="0">
                <a:solidFill>
                  <a:srgbClr val="1E4191"/>
                </a:solidFill>
              </a:rPr>
              <a:t>GE Title or job number</a:t>
            </a:r>
            <a:endParaRPr lang="en-US" sz="900" dirty="0">
              <a:solidFill>
                <a:srgbClr val="1E4191"/>
              </a:solidFill>
            </a:endParaRPr>
          </a:p>
          <a:p>
            <a:pPr algn="r" eaLnBrk="0" hangingPunct="0">
              <a:lnSpc>
                <a:spcPct val="90000"/>
              </a:lnSpc>
            </a:pPr>
            <a:fld id="{F50CD2AD-FBB4-4F75-A08B-B1DD55C25E63}" type="datetime1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3/14/2014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2270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60824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115736"/>
            <a:ext cx="8459788" cy="4848503"/>
          </a:xfrm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‹N°›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 eaLnBrk="0" hangingPunct="0">
              <a:lnSpc>
                <a:spcPct val="90000"/>
              </a:lnSpc>
            </a:pPr>
            <a:r>
              <a:rPr lang="en-US" sz="900" dirty="0">
                <a:solidFill>
                  <a:srgbClr val="1E4191"/>
                </a:solidFill>
              </a:rPr>
              <a:t>GE Title or job number </a:t>
            </a:r>
          </a:p>
          <a:p>
            <a:pPr algn="r" eaLnBrk="0" hangingPunct="0">
              <a:lnSpc>
                <a:spcPct val="90000"/>
              </a:lnSpc>
            </a:pPr>
            <a:fld id="{F50CD2AD-FBB4-4F75-A08B-B1DD55C25E63}" type="datetime1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3/14/2014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576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4152900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7200"/>
            <a:ext cx="4154488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‹N°›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 eaLnBrk="0" hangingPunct="0">
              <a:lnSpc>
                <a:spcPct val="90000"/>
              </a:lnSpc>
            </a:pPr>
            <a:r>
              <a:rPr lang="en-US" sz="900" dirty="0">
                <a:solidFill>
                  <a:srgbClr val="1E4191"/>
                </a:solidFill>
              </a:rPr>
              <a:t>GE Title or job number </a:t>
            </a:r>
          </a:p>
          <a:p>
            <a:pPr algn="r" eaLnBrk="0" hangingPunct="0">
              <a:lnSpc>
                <a:spcPct val="90000"/>
              </a:lnSpc>
            </a:pPr>
            <a:fld id="{F50CD2AD-FBB4-4F75-A08B-B1DD55C25E63}" type="datetime1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3/14/2014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9323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320687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>
          <a:xfrm>
            <a:off x="6063201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3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‹N°›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 eaLnBrk="0" hangingPunct="0">
              <a:lnSpc>
                <a:spcPct val="90000"/>
              </a:lnSpc>
            </a:pPr>
            <a:r>
              <a:rPr lang="en-US" sz="900" dirty="0">
                <a:solidFill>
                  <a:srgbClr val="1E4191"/>
                </a:solidFill>
              </a:rPr>
              <a:t>GE Title or job number </a:t>
            </a:r>
          </a:p>
          <a:p>
            <a:pPr algn="r" eaLnBrk="0" hangingPunct="0">
              <a:lnSpc>
                <a:spcPct val="90000"/>
              </a:lnSpc>
            </a:pPr>
            <a:fld id="{F50CD2AD-FBB4-4F75-A08B-B1DD55C25E63}" type="datetime1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3/14/2014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984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142" y="1736449"/>
            <a:ext cx="4152405" cy="394355"/>
          </a:xfrm>
        </p:spPr>
        <p:txBody>
          <a:bodyPr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142" y="2189527"/>
            <a:ext cx="4152405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3414" y="1736449"/>
            <a:ext cx="4154036" cy="394355"/>
          </a:xfrm>
        </p:spPr>
        <p:txBody>
          <a:bodyPr anchor="t" anchorCtr="0"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3414" y="2189527"/>
            <a:ext cx="4154036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3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‹N°›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 eaLnBrk="0" hangingPunct="0">
              <a:lnSpc>
                <a:spcPct val="90000"/>
              </a:lnSpc>
            </a:pPr>
            <a:r>
              <a:rPr lang="en-US" sz="900" dirty="0">
                <a:solidFill>
                  <a:srgbClr val="1E4191"/>
                </a:solidFill>
              </a:rPr>
              <a:t>GE Title or job number </a:t>
            </a:r>
          </a:p>
          <a:p>
            <a:pPr algn="r" eaLnBrk="0" hangingPunct="0">
              <a:lnSpc>
                <a:spcPct val="90000"/>
              </a:lnSpc>
            </a:pPr>
            <a:fld id="{F50CD2AD-FBB4-4F75-A08B-B1DD55C25E63}" type="datetime1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3/14/2014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4158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 Box 18"/>
          <p:cNvSpPr txBox="1">
            <a:spLocks noChangeArrowheads="1"/>
          </p:cNvSpPr>
          <p:nvPr userDrawn="1"/>
        </p:nvSpPr>
        <p:spPr bwMode="auto">
          <a:xfrm>
            <a:off x="6442075" y="6229350"/>
            <a:ext cx="2455863" cy="466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 eaLnBrk="0" hangingPunct="0">
              <a:lnSpc>
                <a:spcPct val="90000"/>
              </a:lnSpc>
            </a:pPr>
            <a:fld id="{95990F28-EF56-40AF-B6C1-2CF755EA3890}" type="slidenum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‹N°›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 eaLnBrk="0" hangingPunct="0">
              <a:lnSpc>
                <a:spcPct val="90000"/>
              </a:lnSpc>
            </a:pPr>
            <a:r>
              <a:rPr lang="en-US" sz="900" dirty="0">
                <a:solidFill>
                  <a:srgbClr val="1E4191"/>
                </a:solidFill>
              </a:rPr>
              <a:t>GE Title or job number </a:t>
            </a:r>
          </a:p>
          <a:p>
            <a:pPr algn="r" eaLnBrk="0" hangingPunct="0">
              <a:lnSpc>
                <a:spcPct val="90000"/>
              </a:lnSpc>
            </a:pPr>
            <a:fld id="{F50CD2AD-FBB4-4F75-A08B-B1DD55C25E63}" type="datetime1">
              <a:rPr lang="en-US" sz="900">
                <a:solidFill>
                  <a:srgbClr val="1E4191"/>
                </a:solidFill>
              </a:rPr>
              <a:pPr algn="r" eaLnBrk="0" hangingPunct="0">
                <a:lnSpc>
                  <a:spcPct val="90000"/>
                </a:lnSpc>
              </a:pPr>
              <a:t>3/14/2014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4546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6543637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45468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422864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39501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942703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55700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EMeatball&amp;Ta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dirty="0" smtClean="0"/>
              <a:t>Click to edit Master </a:t>
            </a:r>
            <a:br>
              <a:rPr lang="en-US" dirty="0" smtClean="0"/>
            </a:br>
            <a:r>
              <a:rPr lang="en-US" dirty="0" smtClean="0"/>
              <a:t>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664630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D:\Documents and Settings\200015691\Desktop\Ivan Files\Downloads\IAW Tagline\IAW Tagline PPT use\One Line-Horizontal\GE_lockup_PMS7455_IaW_pp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733675"/>
            <a:ext cx="3687763" cy="1350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18316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73050" y="5803900"/>
            <a:ext cx="2486025" cy="78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0616" name="Rectangle 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44488" y="1677988"/>
            <a:ext cx="8396287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12384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0583911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Text He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608245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1115736"/>
            <a:ext cx="8459788" cy="4848503"/>
          </a:xfrm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4530092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4152900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7200"/>
            <a:ext cx="4154488" cy="4237038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88895735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8" name="Content Placeholder 2"/>
          <p:cNvSpPr>
            <a:spLocks noGrp="1"/>
          </p:cNvSpPr>
          <p:nvPr>
            <p:ph sz="half" idx="10"/>
          </p:nvPr>
        </p:nvSpPr>
        <p:spPr>
          <a:xfrm>
            <a:off x="3206870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9" name="Content Placeholder 2"/>
          <p:cNvSpPr>
            <a:spLocks noGrp="1"/>
          </p:cNvSpPr>
          <p:nvPr>
            <p:ph sz="half" idx="11"/>
          </p:nvPr>
        </p:nvSpPr>
        <p:spPr>
          <a:xfrm>
            <a:off x="6063201" y="1727200"/>
            <a:ext cx="2744249" cy="4237038"/>
          </a:xfrm>
        </p:spPr>
        <p:txBody>
          <a:bodyPr/>
          <a:lstStyle>
            <a:lvl1pPr>
              <a:defRPr sz="1800"/>
            </a:lvl1pPr>
            <a:lvl2pPr marL="180975" indent="-179388">
              <a:defRPr sz="1800"/>
            </a:lvl2pPr>
            <a:lvl3pPr marL="361950" indent="-180975">
              <a:defRPr sz="1800"/>
            </a:lvl3pPr>
            <a:lvl4pPr marL="542925" indent="-180975">
              <a:defRPr sz="1800"/>
            </a:lvl4pPr>
            <a:lvl5pPr marL="715963" indent="-173038"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6030947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8142" y="1736449"/>
            <a:ext cx="4152405" cy="394355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142" y="2189527"/>
            <a:ext cx="4152405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53414" y="1736449"/>
            <a:ext cx="4154036" cy="394355"/>
          </a:xfrm>
        </p:spPr>
        <p:txBody>
          <a:bodyPr/>
          <a:lstStyle>
            <a:lvl1pPr marL="0" indent="0">
              <a:buNone/>
              <a:defRPr sz="1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53414" y="2189527"/>
            <a:ext cx="4154036" cy="3766655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9510972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9088" y="6083300"/>
            <a:ext cx="160020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6324610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6065293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55251926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617010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2273503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4515071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9759490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7905077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 descr="D:\Documents and Settings\200015691\Desktop\Ivan Files\Downloads\IAW Tagline\IAW Tagline PPT use\One Line-Horizontal\GE_lockup_PMS7455_IaW_ppt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7475" y="2733675"/>
            <a:ext cx="3687763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3808006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00016264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0255199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035476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7510641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0719600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8281658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50476833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6297780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12802540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6441836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96376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1894604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97450715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7927273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35820001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7882320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6097704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9128645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0492652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9279865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3851864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042341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17943058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101423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455134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0011971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7902268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4059859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0496351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79242221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0769257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4001696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8057417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6496509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6337530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52350682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9121386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3350483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58084781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435665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4582059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8457087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38483822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0816582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68400909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00057374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16786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6365021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1663036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57492136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939097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8369674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8627706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7105247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2804076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6526515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1495717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944632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44408263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23095432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0616607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64667976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7812866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9988396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04326009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96456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69256686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2334442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11455803"/>
      </p:ext>
    </p:extLst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7241465"/>
      </p:ext>
    </p:extLst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5825114"/>
      </p:ext>
    </p:extLst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6006"/>
      </p:ext>
    </p:extLst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78456754"/>
      </p:ext>
    </p:extLst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650701"/>
      </p:ext>
    </p:extLst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0299807"/>
      </p:ext>
    </p:extLst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8333043"/>
      </p:ext>
    </p:extLst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6431646"/>
      </p:ext>
    </p:extLst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69326928"/>
      </p:ext>
    </p:extLst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79870859"/>
      </p:ext>
    </p:extLst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10053915"/>
      </p:ext>
    </p:extLst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050342"/>
      </p:ext>
    </p:extLst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03816882"/>
      </p:ext>
    </p:extLst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99309782"/>
      </p:ext>
    </p:extLst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5928307"/>
      </p:ext>
    </p:extLst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2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6585362"/>
      </p:ext>
    </p:extLst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51315"/>
      </p:ext>
    </p:extLst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4528843"/>
      </p:ext>
    </p:extLst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2075190"/>
      </p:ext>
    </p:extLst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3590436"/>
      </p:ext>
    </p:extLst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61402814"/>
      </p:ext>
    </p:extLst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62556255"/>
      </p:ext>
    </p:extLst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43832432"/>
      </p:ext>
    </p:extLst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99016088"/>
      </p:ext>
    </p:extLst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0090599"/>
      </p:ext>
    </p:extLst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09282576"/>
      </p:ext>
    </p:extLst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510064"/>
      </p:ext>
    </p:extLst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46993049"/>
      </p:ext>
    </p:extLst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25197058"/>
      </p:ext>
    </p:extLst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2948954"/>
      </p:ext>
    </p:extLst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264593"/>
      </p:ext>
    </p:extLst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9060235"/>
      </p:ext>
    </p:extLst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103134"/>
      </p:ext>
    </p:extLst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39800916"/>
      </p:ext>
    </p:extLst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29914860"/>
      </p:ext>
    </p:extLst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6973193"/>
      </p:ext>
    </p:extLst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82905514"/>
      </p:ext>
    </p:extLst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5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8433448"/>
      </p:ext>
    </p:extLst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29218351"/>
      </p:ext>
    </p:extLst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9903326"/>
      </p:ext>
    </p:extLst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990232"/>
      </p:ext>
    </p:extLst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3444334"/>
      </p:ext>
    </p:extLst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75036688"/>
      </p:ext>
    </p:extLst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88173969"/>
      </p:ext>
    </p:extLst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72845748"/>
      </p:ext>
    </p:extLst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1544642"/>
      </p:ext>
    </p:extLst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3194986"/>
      </p:ext>
    </p:extLst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2556730"/>
      </p:ext>
    </p:extLst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9666628"/>
      </p:ext>
    </p:extLst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4043131"/>
      </p:ext>
    </p:extLst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6006519"/>
      </p:ext>
    </p:extLst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7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02082019"/>
      </p:ext>
    </p:extLst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28751815"/>
      </p:ext>
    </p:extLst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62872008"/>
      </p:ext>
    </p:extLst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0336709"/>
      </p:ext>
    </p:extLst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4710029"/>
      </p:ext>
    </p:extLst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4354072"/>
      </p:ext>
    </p:extLst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7880267"/>
      </p:ext>
    </p:extLst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45927928"/>
      </p:ext>
    </p:extLst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18031273"/>
      </p:ext>
    </p:extLst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22178943"/>
      </p:ext>
    </p:extLst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27479274"/>
      </p:ext>
    </p:extLst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43914416"/>
      </p:ext>
    </p:extLst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7717324"/>
      </p:ext>
    </p:extLst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0807634"/>
      </p:ext>
    </p:extLst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4662220"/>
      </p:ext>
    </p:extLst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3859295"/>
      </p:ext>
    </p:extLst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7147232"/>
      </p:ext>
    </p:extLst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64753866"/>
      </p:ext>
    </p:extLst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1330372"/>
      </p:ext>
    </p:extLst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98600304"/>
      </p:ext>
    </p:extLst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9938815"/>
      </p:ext>
    </p:extLst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0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42900" y="280988"/>
            <a:ext cx="8459788" cy="998537"/>
          </a:xfrm>
        </p:spPr>
        <p:txBody>
          <a:bodyPr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6701247"/>
      </p:ext>
    </p:extLst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18420502"/>
      </p:ext>
    </p:extLst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Gree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730551"/>
      </p:ext>
    </p:extLst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Oran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5994291"/>
      </p:ext>
    </p:extLst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Purp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2564103"/>
      </p:ext>
    </p:extLst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Cya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86561748"/>
      </p:ext>
    </p:extLst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Viole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87855888"/>
      </p:ext>
    </p:extLst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Section Header Light Gree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GEMeatball&amp;Ta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7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52800" y="280800"/>
            <a:ext cx="8460000" cy="997200"/>
          </a:xfrm>
        </p:spPr>
        <p:txBody>
          <a:bodyPr/>
          <a:lstStyle>
            <a:lvl1pPr algn="l"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78115506"/>
      </p:ext>
    </p:extLst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GE_lockup_7455RGB_Ia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75" y="5878513"/>
            <a:ext cx="2743200" cy="95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061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357188" y="280988"/>
            <a:ext cx="8401050" cy="1395412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AU" noProof="0" smtClean="0"/>
              <a:t>Click to edit Master title style</a:t>
            </a:r>
          </a:p>
        </p:txBody>
      </p:sp>
      <p:sp>
        <p:nvSpPr>
          <p:cNvPr id="58061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61950" y="1905000"/>
            <a:ext cx="8396288" cy="1752600"/>
          </a:xfrm>
        </p:spPr>
        <p:txBody>
          <a:bodyPr/>
          <a:lstStyle>
            <a:lvl1pPr>
              <a:spcBef>
                <a:spcPct val="0"/>
              </a:spcBef>
              <a:defRPr sz="5000">
                <a:solidFill>
                  <a:srgbClr val="7C9DFD"/>
                </a:solidFill>
              </a:defRPr>
            </a:lvl1pPr>
          </a:lstStyle>
          <a:p>
            <a:pPr lvl="0"/>
            <a:r>
              <a:rPr lang="en-AU" noProof="0" smtClean="0"/>
              <a:t>Click to edit Master subtitle style</a:t>
            </a:r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9195744"/>
      </p:ext>
    </p:extLst>
  </p:cSld>
  <p:clrMapOvr>
    <a:masterClrMapping/>
  </p:clrMapOvr>
  <p:hf sldNum="0" hdr="0" dt="0"/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94746"/>
      </p:ext>
    </p:extLst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0975920"/>
      </p:ext>
    </p:extLst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765300"/>
            <a:ext cx="4152900" cy="4097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65300"/>
            <a:ext cx="4154488" cy="4097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670882"/>
      </p:ext>
    </p:extLst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859126"/>
      </p:ext>
    </p:extLst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6800695"/>
      </p:ext>
    </p:extLst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704258"/>
      </p:ext>
    </p:extLst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3287225"/>
      </p:ext>
    </p:extLst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4402932"/>
      </p:ext>
    </p:extLst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793081"/>
      </p:ext>
    </p:extLst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7663" y="357188"/>
            <a:ext cx="2117725" cy="5505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57188"/>
            <a:ext cx="6202363" cy="5505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185345"/>
      </p:ext>
    </p:extLst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5600" y="357188"/>
            <a:ext cx="8459788" cy="1276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hart Placeholder 2"/>
          <p:cNvSpPr>
            <a:spLocks noGrp="1"/>
          </p:cNvSpPr>
          <p:nvPr>
            <p:ph type="chart" idx="1"/>
          </p:nvPr>
        </p:nvSpPr>
        <p:spPr>
          <a:xfrm>
            <a:off x="342900" y="1765300"/>
            <a:ext cx="8459788" cy="4097338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157AD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632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33" Type="http://schemas.openxmlformats.org/officeDocument/2006/relationships/slideLayout" Target="../slideLayouts/slideLayout133.xml"/><Relationship Id="rId138" Type="http://schemas.openxmlformats.org/officeDocument/2006/relationships/slideLayout" Target="../slideLayouts/slideLayout138.xml"/><Relationship Id="rId154" Type="http://schemas.openxmlformats.org/officeDocument/2006/relationships/slideLayout" Target="../slideLayouts/slideLayout154.xml"/><Relationship Id="rId159" Type="http://schemas.openxmlformats.org/officeDocument/2006/relationships/slideLayout" Target="../slideLayouts/slideLayout159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123" Type="http://schemas.openxmlformats.org/officeDocument/2006/relationships/slideLayout" Target="../slideLayouts/slideLayout123.xml"/><Relationship Id="rId128" Type="http://schemas.openxmlformats.org/officeDocument/2006/relationships/slideLayout" Target="../slideLayouts/slideLayout128.xml"/><Relationship Id="rId144" Type="http://schemas.openxmlformats.org/officeDocument/2006/relationships/slideLayout" Target="../slideLayouts/slideLayout144.xml"/><Relationship Id="rId149" Type="http://schemas.openxmlformats.org/officeDocument/2006/relationships/slideLayout" Target="../slideLayouts/slideLayout149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160" Type="http://schemas.openxmlformats.org/officeDocument/2006/relationships/slideLayout" Target="../slideLayouts/slideLayout160.xml"/><Relationship Id="rId165" Type="http://schemas.openxmlformats.org/officeDocument/2006/relationships/theme" Target="../theme/theme1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slideLayout" Target="../slideLayouts/slideLayout118.xml"/><Relationship Id="rId134" Type="http://schemas.openxmlformats.org/officeDocument/2006/relationships/slideLayout" Target="../slideLayouts/slideLayout134.xml"/><Relationship Id="rId139" Type="http://schemas.openxmlformats.org/officeDocument/2006/relationships/slideLayout" Target="../slideLayouts/slideLayout139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50" Type="http://schemas.openxmlformats.org/officeDocument/2006/relationships/slideLayout" Target="../slideLayouts/slideLayout150.xml"/><Relationship Id="rId155" Type="http://schemas.openxmlformats.org/officeDocument/2006/relationships/slideLayout" Target="../slideLayouts/slideLayout15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124" Type="http://schemas.openxmlformats.org/officeDocument/2006/relationships/slideLayout" Target="../slideLayouts/slideLayout124.xml"/><Relationship Id="rId129" Type="http://schemas.openxmlformats.org/officeDocument/2006/relationships/slideLayout" Target="../slideLayouts/slideLayout129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40" Type="http://schemas.openxmlformats.org/officeDocument/2006/relationships/slideLayout" Target="../slideLayouts/slideLayout140.xml"/><Relationship Id="rId145" Type="http://schemas.openxmlformats.org/officeDocument/2006/relationships/slideLayout" Target="../slideLayouts/slideLayout145.xml"/><Relationship Id="rId161" Type="http://schemas.openxmlformats.org/officeDocument/2006/relationships/slideLayout" Target="../slideLayouts/slideLayout16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Relationship Id="rId114" Type="http://schemas.openxmlformats.org/officeDocument/2006/relationships/slideLayout" Target="../slideLayouts/slideLayout114.xml"/><Relationship Id="rId119" Type="http://schemas.openxmlformats.org/officeDocument/2006/relationships/slideLayout" Target="../slideLayouts/slideLayout119.xml"/><Relationship Id="rId127" Type="http://schemas.openxmlformats.org/officeDocument/2006/relationships/slideLayout" Target="../slideLayouts/slideLayout12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122" Type="http://schemas.openxmlformats.org/officeDocument/2006/relationships/slideLayout" Target="../slideLayouts/slideLayout122.xml"/><Relationship Id="rId130" Type="http://schemas.openxmlformats.org/officeDocument/2006/relationships/slideLayout" Target="../slideLayouts/slideLayout130.xml"/><Relationship Id="rId135" Type="http://schemas.openxmlformats.org/officeDocument/2006/relationships/slideLayout" Target="../slideLayouts/slideLayout135.xml"/><Relationship Id="rId143" Type="http://schemas.openxmlformats.org/officeDocument/2006/relationships/slideLayout" Target="../slideLayouts/slideLayout143.xml"/><Relationship Id="rId148" Type="http://schemas.openxmlformats.org/officeDocument/2006/relationships/slideLayout" Target="../slideLayouts/slideLayout148.xml"/><Relationship Id="rId151" Type="http://schemas.openxmlformats.org/officeDocument/2006/relationships/slideLayout" Target="../slideLayouts/slideLayout151.xml"/><Relationship Id="rId156" Type="http://schemas.openxmlformats.org/officeDocument/2006/relationships/slideLayout" Target="../slideLayouts/slideLayout156.xml"/><Relationship Id="rId164" Type="http://schemas.openxmlformats.org/officeDocument/2006/relationships/slideLayout" Target="../slideLayouts/slideLayout16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120" Type="http://schemas.openxmlformats.org/officeDocument/2006/relationships/slideLayout" Target="../slideLayouts/slideLayout120.xml"/><Relationship Id="rId125" Type="http://schemas.openxmlformats.org/officeDocument/2006/relationships/slideLayout" Target="../slideLayouts/slideLayout125.xml"/><Relationship Id="rId141" Type="http://schemas.openxmlformats.org/officeDocument/2006/relationships/slideLayout" Target="../slideLayouts/slideLayout141.xml"/><Relationship Id="rId146" Type="http://schemas.openxmlformats.org/officeDocument/2006/relationships/slideLayout" Target="../slideLayouts/slideLayout14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162" Type="http://schemas.openxmlformats.org/officeDocument/2006/relationships/slideLayout" Target="../slideLayouts/slideLayout16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131" Type="http://schemas.openxmlformats.org/officeDocument/2006/relationships/slideLayout" Target="../slideLayouts/slideLayout131.xml"/><Relationship Id="rId136" Type="http://schemas.openxmlformats.org/officeDocument/2006/relationships/slideLayout" Target="../slideLayouts/slideLayout136.xml"/><Relationship Id="rId157" Type="http://schemas.openxmlformats.org/officeDocument/2006/relationships/slideLayout" Target="../slideLayouts/slideLayout157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52" Type="http://schemas.openxmlformats.org/officeDocument/2006/relationships/slideLayout" Target="../slideLayouts/slideLayout15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126" Type="http://schemas.openxmlformats.org/officeDocument/2006/relationships/slideLayout" Target="../slideLayouts/slideLayout126.xml"/><Relationship Id="rId147" Type="http://schemas.openxmlformats.org/officeDocument/2006/relationships/slideLayout" Target="../slideLayouts/slideLayout14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121" Type="http://schemas.openxmlformats.org/officeDocument/2006/relationships/slideLayout" Target="../slideLayouts/slideLayout121.xml"/><Relationship Id="rId142" Type="http://schemas.openxmlformats.org/officeDocument/2006/relationships/slideLayout" Target="../slideLayouts/slideLayout142.xml"/><Relationship Id="rId163" Type="http://schemas.openxmlformats.org/officeDocument/2006/relationships/slideLayout" Target="../slideLayouts/slideLayout163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137" Type="http://schemas.openxmlformats.org/officeDocument/2006/relationships/slideLayout" Target="../slideLayouts/slideLayout137.xml"/><Relationship Id="rId158" Type="http://schemas.openxmlformats.org/officeDocument/2006/relationships/slideLayout" Target="../slideLayouts/slideLayout15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32" Type="http://schemas.openxmlformats.org/officeDocument/2006/relationships/slideLayout" Target="../slideLayouts/slideLayout132.xml"/><Relationship Id="rId153" Type="http://schemas.openxmlformats.org/officeDocument/2006/relationships/slideLayout" Target="../slideLayouts/slideLayout153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2.xml"/><Relationship Id="rId13" Type="http://schemas.openxmlformats.org/officeDocument/2006/relationships/slideLayout" Target="../slideLayouts/slideLayout177.xml"/><Relationship Id="rId3" Type="http://schemas.openxmlformats.org/officeDocument/2006/relationships/slideLayout" Target="../slideLayouts/slideLayout167.xml"/><Relationship Id="rId7" Type="http://schemas.openxmlformats.org/officeDocument/2006/relationships/slideLayout" Target="../slideLayouts/slideLayout171.xml"/><Relationship Id="rId12" Type="http://schemas.openxmlformats.org/officeDocument/2006/relationships/slideLayout" Target="../slideLayouts/slideLayout176.xml"/><Relationship Id="rId2" Type="http://schemas.openxmlformats.org/officeDocument/2006/relationships/slideLayout" Target="../slideLayouts/slideLayout166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5" Type="http://schemas.openxmlformats.org/officeDocument/2006/relationships/slideLayout" Target="../slideLayouts/slideLayout169.xml"/><Relationship Id="rId15" Type="http://schemas.openxmlformats.org/officeDocument/2006/relationships/image" Target="../media/image5.jpeg"/><Relationship Id="rId10" Type="http://schemas.openxmlformats.org/officeDocument/2006/relationships/slideLayout" Target="../slideLayouts/slideLayout174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5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80.xml"/><Relationship Id="rId7" Type="http://schemas.openxmlformats.org/officeDocument/2006/relationships/slideLayout" Target="../slideLayouts/slideLayout184.xml"/><Relationship Id="rId12" Type="http://schemas.openxmlformats.org/officeDocument/2006/relationships/slideLayout" Target="../slideLayouts/slideLayout189.xml"/><Relationship Id="rId2" Type="http://schemas.openxmlformats.org/officeDocument/2006/relationships/slideLayout" Target="../slideLayouts/slideLayout179.xml"/><Relationship Id="rId1" Type="http://schemas.openxmlformats.org/officeDocument/2006/relationships/slideLayout" Target="../slideLayouts/slideLayout178.xml"/><Relationship Id="rId6" Type="http://schemas.openxmlformats.org/officeDocument/2006/relationships/slideLayout" Target="../slideLayouts/slideLayout183.xml"/><Relationship Id="rId11" Type="http://schemas.openxmlformats.org/officeDocument/2006/relationships/slideLayout" Target="../slideLayouts/slideLayout188.xml"/><Relationship Id="rId5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87.xml"/><Relationship Id="rId4" Type="http://schemas.openxmlformats.org/officeDocument/2006/relationships/slideLayout" Target="../slideLayouts/slideLayout181.xml"/><Relationship Id="rId9" Type="http://schemas.openxmlformats.org/officeDocument/2006/relationships/slideLayout" Target="../slideLayouts/slideLayout186.xml"/><Relationship Id="rId14" Type="http://schemas.openxmlformats.org/officeDocument/2006/relationships/image" Target="../media/image7.jpe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7.xml"/><Relationship Id="rId13" Type="http://schemas.openxmlformats.org/officeDocument/2006/relationships/slideLayout" Target="../slideLayouts/slideLayout202.xml"/><Relationship Id="rId3" Type="http://schemas.openxmlformats.org/officeDocument/2006/relationships/slideLayout" Target="../slideLayouts/slideLayout192.xml"/><Relationship Id="rId7" Type="http://schemas.openxmlformats.org/officeDocument/2006/relationships/slideLayout" Target="../slideLayouts/slideLayout196.xml"/><Relationship Id="rId12" Type="http://schemas.openxmlformats.org/officeDocument/2006/relationships/slideLayout" Target="../slideLayouts/slideLayout201.xml"/><Relationship Id="rId2" Type="http://schemas.openxmlformats.org/officeDocument/2006/relationships/slideLayout" Target="../slideLayouts/slideLayout191.xml"/><Relationship Id="rId16" Type="http://schemas.openxmlformats.org/officeDocument/2006/relationships/theme" Target="../theme/theme4.xml"/><Relationship Id="rId1" Type="http://schemas.openxmlformats.org/officeDocument/2006/relationships/slideLayout" Target="../slideLayouts/slideLayout190.xml"/><Relationship Id="rId6" Type="http://schemas.openxmlformats.org/officeDocument/2006/relationships/slideLayout" Target="../slideLayouts/slideLayout195.xml"/><Relationship Id="rId11" Type="http://schemas.openxmlformats.org/officeDocument/2006/relationships/slideLayout" Target="../slideLayouts/slideLayout200.xml"/><Relationship Id="rId5" Type="http://schemas.openxmlformats.org/officeDocument/2006/relationships/slideLayout" Target="../slideLayouts/slideLayout194.xml"/><Relationship Id="rId15" Type="http://schemas.openxmlformats.org/officeDocument/2006/relationships/slideLayout" Target="../slideLayouts/slideLayout204.xml"/><Relationship Id="rId10" Type="http://schemas.openxmlformats.org/officeDocument/2006/relationships/slideLayout" Target="../slideLayouts/slideLayout199.xml"/><Relationship Id="rId4" Type="http://schemas.openxmlformats.org/officeDocument/2006/relationships/slideLayout" Target="../slideLayouts/slideLayout193.xml"/><Relationship Id="rId9" Type="http://schemas.openxmlformats.org/officeDocument/2006/relationships/slideLayout" Target="../slideLayouts/slideLayout198.xml"/><Relationship Id="rId14" Type="http://schemas.openxmlformats.org/officeDocument/2006/relationships/slideLayout" Target="../slideLayouts/slideLayout203.xml"/></Relationships>
</file>

<file path=ppt/slideMasters/_rels/slideMaster5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30.xml"/><Relationship Id="rId117" Type="http://schemas.openxmlformats.org/officeDocument/2006/relationships/slideLayout" Target="../slideLayouts/slideLayout321.xml"/><Relationship Id="rId21" Type="http://schemas.openxmlformats.org/officeDocument/2006/relationships/slideLayout" Target="../slideLayouts/slideLayout225.xml"/><Relationship Id="rId42" Type="http://schemas.openxmlformats.org/officeDocument/2006/relationships/slideLayout" Target="../slideLayouts/slideLayout246.xml"/><Relationship Id="rId47" Type="http://schemas.openxmlformats.org/officeDocument/2006/relationships/slideLayout" Target="../slideLayouts/slideLayout251.xml"/><Relationship Id="rId63" Type="http://schemas.openxmlformats.org/officeDocument/2006/relationships/slideLayout" Target="../slideLayouts/slideLayout267.xml"/><Relationship Id="rId68" Type="http://schemas.openxmlformats.org/officeDocument/2006/relationships/slideLayout" Target="../slideLayouts/slideLayout272.xml"/><Relationship Id="rId84" Type="http://schemas.openxmlformats.org/officeDocument/2006/relationships/slideLayout" Target="../slideLayouts/slideLayout288.xml"/><Relationship Id="rId89" Type="http://schemas.openxmlformats.org/officeDocument/2006/relationships/slideLayout" Target="../slideLayouts/slideLayout293.xml"/><Relationship Id="rId112" Type="http://schemas.openxmlformats.org/officeDocument/2006/relationships/slideLayout" Target="../slideLayouts/slideLayout316.xml"/><Relationship Id="rId133" Type="http://schemas.openxmlformats.org/officeDocument/2006/relationships/slideLayout" Target="../slideLayouts/slideLayout337.xml"/><Relationship Id="rId138" Type="http://schemas.openxmlformats.org/officeDocument/2006/relationships/slideLayout" Target="../slideLayouts/slideLayout342.xml"/><Relationship Id="rId154" Type="http://schemas.openxmlformats.org/officeDocument/2006/relationships/slideLayout" Target="../slideLayouts/slideLayout358.xml"/><Relationship Id="rId159" Type="http://schemas.openxmlformats.org/officeDocument/2006/relationships/slideLayout" Target="../slideLayouts/slideLayout363.xml"/><Relationship Id="rId16" Type="http://schemas.openxmlformats.org/officeDocument/2006/relationships/slideLayout" Target="../slideLayouts/slideLayout220.xml"/><Relationship Id="rId107" Type="http://schemas.openxmlformats.org/officeDocument/2006/relationships/slideLayout" Target="../slideLayouts/slideLayout311.xml"/><Relationship Id="rId11" Type="http://schemas.openxmlformats.org/officeDocument/2006/relationships/slideLayout" Target="../slideLayouts/slideLayout215.xml"/><Relationship Id="rId32" Type="http://schemas.openxmlformats.org/officeDocument/2006/relationships/slideLayout" Target="../slideLayouts/slideLayout236.xml"/><Relationship Id="rId37" Type="http://schemas.openxmlformats.org/officeDocument/2006/relationships/slideLayout" Target="../slideLayouts/slideLayout241.xml"/><Relationship Id="rId53" Type="http://schemas.openxmlformats.org/officeDocument/2006/relationships/slideLayout" Target="../slideLayouts/slideLayout257.xml"/><Relationship Id="rId58" Type="http://schemas.openxmlformats.org/officeDocument/2006/relationships/slideLayout" Target="../slideLayouts/slideLayout262.xml"/><Relationship Id="rId74" Type="http://schemas.openxmlformats.org/officeDocument/2006/relationships/slideLayout" Target="../slideLayouts/slideLayout278.xml"/><Relationship Id="rId79" Type="http://schemas.openxmlformats.org/officeDocument/2006/relationships/slideLayout" Target="../slideLayouts/slideLayout283.xml"/><Relationship Id="rId102" Type="http://schemas.openxmlformats.org/officeDocument/2006/relationships/slideLayout" Target="../slideLayouts/slideLayout306.xml"/><Relationship Id="rId123" Type="http://schemas.openxmlformats.org/officeDocument/2006/relationships/slideLayout" Target="../slideLayouts/slideLayout327.xml"/><Relationship Id="rId128" Type="http://schemas.openxmlformats.org/officeDocument/2006/relationships/slideLayout" Target="../slideLayouts/slideLayout332.xml"/><Relationship Id="rId144" Type="http://schemas.openxmlformats.org/officeDocument/2006/relationships/slideLayout" Target="../slideLayouts/slideLayout348.xml"/><Relationship Id="rId149" Type="http://schemas.openxmlformats.org/officeDocument/2006/relationships/slideLayout" Target="../slideLayouts/slideLayout353.xml"/><Relationship Id="rId5" Type="http://schemas.openxmlformats.org/officeDocument/2006/relationships/slideLayout" Target="../slideLayouts/slideLayout209.xml"/><Relationship Id="rId90" Type="http://schemas.openxmlformats.org/officeDocument/2006/relationships/slideLayout" Target="../slideLayouts/slideLayout294.xml"/><Relationship Id="rId95" Type="http://schemas.openxmlformats.org/officeDocument/2006/relationships/slideLayout" Target="../slideLayouts/slideLayout299.xml"/><Relationship Id="rId160" Type="http://schemas.openxmlformats.org/officeDocument/2006/relationships/slideLayout" Target="../slideLayouts/slideLayout364.xml"/><Relationship Id="rId165" Type="http://schemas.openxmlformats.org/officeDocument/2006/relationships/theme" Target="../theme/theme5.xml"/><Relationship Id="rId22" Type="http://schemas.openxmlformats.org/officeDocument/2006/relationships/slideLayout" Target="../slideLayouts/slideLayout226.xml"/><Relationship Id="rId27" Type="http://schemas.openxmlformats.org/officeDocument/2006/relationships/slideLayout" Target="../slideLayouts/slideLayout231.xml"/><Relationship Id="rId43" Type="http://schemas.openxmlformats.org/officeDocument/2006/relationships/slideLayout" Target="../slideLayouts/slideLayout247.xml"/><Relationship Id="rId48" Type="http://schemas.openxmlformats.org/officeDocument/2006/relationships/slideLayout" Target="../slideLayouts/slideLayout252.xml"/><Relationship Id="rId64" Type="http://schemas.openxmlformats.org/officeDocument/2006/relationships/slideLayout" Target="../slideLayouts/slideLayout268.xml"/><Relationship Id="rId69" Type="http://schemas.openxmlformats.org/officeDocument/2006/relationships/slideLayout" Target="../slideLayouts/slideLayout273.xml"/><Relationship Id="rId113" Type="http://schemas.openxmlformats.org/officeDocument/2006/relationships/slideLayout" Target="../slideLayouts/slideLayout317.xml"/><Relationship Id="rId118" Type="http://schemas.openxmlformats.org/officeDocument/2006/relationships/slideLayout" Target="../slideLayouts/slideLayout322.xml"/><Relationship Id="rId134" Type="http://schemas.openxmlformats.org/officeDocument/2006/relationships/slideLayout" Target="../slideLayouts/slideLayout338.xml"/><Relationship Id="rId139" Type="http://schemas.openxmlformats.org/officeDocument/2006/relationships/slideLayout" Target="../slideLayouts/slideLayout343.xml"/><Relationship Id="rId80" Type="http://schemas.openxmlformats.org/officeDocument/2006/relationships/slideLayout" Target="../slideLayouts/slideLayout284.xml"/><Relationship Id="rId85" Type="http://schemas.openxmlformats.org/officeDocument/2006/relationships/slideLayout" Target="../slideLayouts/slideLayout289.xml"/><Relationship Id="rId150" Type="http://schemas.openxmlformats.org/officeDocument/2006/relationships/slideLayout" Target="../slideLayouts/slideLayout354.xml"/><Relationship Id="rId155" Type="http://schemas.openxmlformats.org/officeDocument/2006/relationships/slideLayout" Target="../slideLayouts/slideLayout359.xml"/><Relationship Id="rId12" Type="http://schemas.openxmlformats.org/officeDocument/2006/relationships/slideLayout" Target="../slideLayouts/slideLayout216.xml"/><Relationship Id="rId17" Type="http://schemas.openxmlformats.org/officeDocument/2006/relationships/slideLayout" Target="../slideLayouts/slideLayout221.xml"/><Relationship Id="rId33" Type="http://schemas.openxmlformats.org/officeDocument/2006/relationships/slideLayout" Target="../slideLayouts/slideLayout237.xml"/><Relationship Id="rId38" Type="http://schemas.openxmlformats.org/officeDocument/2006/relationships/slideLayout" Target="../slideLayouts/slideLayout242.xml"/><Relationship Id="rId59" Type="http://schemas.openxmlformats.org/officeDocument/2006/relationships/slideLayout" Target="../slideLayouts/slideLayout263.xml"/><Relationship Id="rId103" Type="http://schemas.openxmlformats.org/officeDocument/2006/relationships/slideLayout" Target="../slideLayouts/slideLayout307.xml"/><Relationship Id="rId108" Type="http://schemas.openxmlformats.org/officeDocument/2006/relationships/slideLayout" Target="../slideLayouts/slideLayout312.xml"/><Relationship Id="rId124" Type="http://schemas.openxmlformats.org/officeDocument/2006/relationships/slideLayout" Target="../slideLayouts/slideLayout328.xml"/><Relationship Id="rId129" Type="http://schemas.openxmlformats.org/officeDocument/2006/relationships/slideLayout" Target="../slideLayouts/slideLayout333.xml"/><Relationship Id="rId54" Type="http://schemas.openxmlformats.org/officeDocument/2006/relationships/slideLayout" Target="../slideLayouts/slideLayout258.xml"/><Relationship Id="rId70" Type="http://schemas.openxmlformats.org/officeDocument/2006/relationships/slideLayout" Target="../slideLayouts/slideLayout274.xml"/><Relationship Id="rId75" Type="http://schemas.openxmlformats.org/officeDocument/2006/relationships/slideLayout" Target="../slideLayouts/slideLayout279.xml"/><Relationship Id="rId91" Type="http://schemas.openxmlformats.org/officeDocument/2006/relationships/slideLayout" Target="../slideLayouts/slideLayout295.xml"/><Relationship Id="rId96" Type="http://schemas.openxmlformats.org/officeDocument/2006/relationships/slideLayout" Target="../slideLayouts/slideLayout300.xml"/><Relationship Id="rId140" Type="http://schemas.openxmlformats.org/officeDocument/2006/relationships/slideLayout" Target="../slideLayouts/slideLayout344.xml"/><Relationship Id="rId145" Type="http://schemas.openxmlformats.org/officeDocument/2006/relationships/slideLayout" Target="../slideLayouts/slideLayout349.xml"/><Relationship Id="rId161" Type="http://schemas.openxmlformats.org/officeDocument/2006/relationships/slideLayout" Target="../slideLayouts/slideLayout365.xml"/><Relationship Id="rId1" Type="http://schemas.openxmlformats.org/officeDocument/2006/relationships/slideLayout" Target="../slideLayouts/slideLayout205.xml"/><Relationship Id="rId6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19.xml"/><Relationship Id="rId23" Type="http://schemas.openxmlformats.org/officeDocument/2006/relationships/slideLayout" Target="../slideLayouts/slideLayout227.xml"/><Relationship Id="rId28" Type="http://schemas.openxmlformats.org/officeDocument/2006/relationships/slideLayout" Target="../slideLayouts/slideLayout232.xml"/><Relationship Id="rId36" Type="http://schemas.openxmlformats.org/officeDocument/2006/relationships/slideLayout" Target="../slideLayouts/slideLayout240.xml"/><Relationship Id="rId49" Type="http://schemas.openxmlformats.org/officeDocument/2006/relationships/slideLayout" Target="../slideLayouts/slideLayout253.xml"/><Relationship Id="rId57" Type="http://schemas.openxmlformats.org/officeDocument/2006/relationships/slideLayout" Target="../slideLayouts/slideLayout261.xml"/><Relationship Id="rId106" Type="http://schemas.openxmlformats.org/officeDocument/2006/relationships/slideLayout" Target="../slideLayouts/slideLayout310.xml"/><Relationship Id="rId114" Type="http://schemas.openxmlformats.org/officeDocument/2006/relationships/slideLayout" Target="../slideLayouts/slideLayout318.xml"/><Relationship Id="rId119" Type="http://schemas.openxmlformats.org/officeDocument/2006/relationships/slideLayout" Target="../slideLayouts/slideLayout323.xml"/><Relationship Id="rId127" Type="http://schemas.openxmlformats.org/officeDocument/2006/relationships/slideLayout" Target="../slideLayouts/slideLayout331.xml"/><Relationship Id="rId10" Type="http://schemas.openxmlformats.org/officeDocument/2006/relationships/slideLayout" Target="../slideLayouts/slideLayout214.xml"/><Relationship Id="rId31" Type="http://schemas.openxmlformats.org/officeDocument/2006/relationships/slideLayout" Target="../slideLayouts/slideLayout235.xml"/><Relationship Id="rId44" Type="http://schemas.openxmlformats.org/officeDocument/2006/relationships/slideLayout" Target="../slideLayouts/slideLayout248.xml"/><Relationship Id="rId52" Type="http://schemas.openxmlformats.org/officeDocument/2006/relationships/slideLayout" Target="../slideLayouts/slideLayout256.xml"/><Relationship Id="rId60" Type="http://schemas.openxmlformats.org/officeDocument/2006/relationships/slideLayout" Target="../slideLayouts/slideLayout264.xml"/><Relationship Id="rId65" Type="http://schemas.openxmlformats.org/officeDocument/2006/relationships/slideLayout" Target="../slideLayouts/slideLayout269.xml"/><Relationship Id="rId73" Type="http://schemas.openxmlformats.org/officeDocument/2006/relationships/slideLayout" Target="../slideLayouts/slideLayout277.xml"/><Relationship Id="rId78" Type="http://schemas.openxmlformats.org/officeDocument/2006/relationships/slideLayout" Target="../slideLayouts/slideLayout282.xml"/><Relationship Id="rId81" Type="http://schemas.openxmlformats.org/officeDocument/2006/relationships/slideLayout" Target="../slideLayouts/slideLayout285.xml"/><Relationship Id="rId86" Type="http://schemas.openxmlformats.org/officeDocument/2006/relationships/slideLayout" Target="../slideLayouts/slideLayout290.xml"/><Relationship Id="rId94" Type="http://schemas.openxmlformats.org/officeDocument/2006/relationships/slideLayout" Target="../slideLayouts/slideLayout298.xml"/><Relationship Id="rId99" Type="http://schemas.openxmlformats.org/officeDocument/2006/relationships/slideLayout" Target="../slideLayouts/slideLayout303.xml"/><Relationship Id="rId101" Type="http://schemas.openxmlformats.org/officeDocument/2006/relationships/slideLayout" Target="../slideLayouts/slideLayout305.xml"/><Relationship Id="rId122" Type="http://schemas.openxmlformats.org/officeDocument/2006/relationships/slideLayout" Target="../slideLayouts/slideLayout326.xml"/><Relationship Id="rId130" Type="http://schemas.openxmlformats.org/officeDocument/2006/relationships/slideLayout" Target="../slideLayouts/slideLayout334.xml"/><Relationship Id="rId135" Type="http://schemas.openxmlformats.org/officeDocument/2006/relationships/slideLayout" Target="../slideLayouts/slideLayout339.xml"/><Relationship Id="rId143" Type="http://schemas.openxmlformats.org/officeDocument/2006/relationships/slideLayout" Target="../slideLayouts/slideLayout347.xml"/><Relationship Id="rId148" Type="http://schemas.openxmlformats.org/officeDocument/2006/relationships/slideLayout" Target="../slideLayouts/slideLayout352.xml"/><Relationship Id="rId151" Type="http://schemas.openxmlformats.org/officeDocument/2006/relationships/slideLayout" Target="../slideLayouts/slideLayout355.xml"/><Relationship Id="rId156" Type="http://schemas.openxmlformats.org/officeDocument/2006/relationships/slideLayout" Target="../slideLayouts/slideLayout360.xml"/><Relationship Id="rId164" Type="http://schemas.openxmlformats.org/officeDocument/2006/relationships/slideLayout" Target="../slideLayouts/slideLayout368.xml"/><Relationship Id="rId4" Type="http://schemas.openxmlformats.org/officeDocument/2006/relationships/slideLayout" Target="../slideLayouts/slideLayout208.xml"/><Relationship Id="rId9" Type="http://schemas.openxmlformats.org/officeDocument/2006/relationships/slideLayout" Target="../slideLayouts/slideLayout213.xml"/><Relationship Id="rId13" Type="http://schemas.openxmlformats.org/officeDocument/2006/relationships/slideLayout" Target="../slideLayouts/slideLayout217.xml"/><Relationship Id="rId18" Type="http://schemas.openxmlformats.org/officeDocument/2006/relationships/slideLayout" Target="../slideLayouts/slideLayout222.xml"/><Relationship Id="rId39" Type="http://schemas.openxmlformats.org/officeDocument/2006/relationships/slideLayout" Target="../slideLayouts/slideLayout243.xml"/><Relationship Id="rId109" Type="http://schemas.openxmlformats.org/officeDocument/2006/relationships/slideLayout" Target="../slideLayouts/slideLayout313.xml"/><Relationship Id="rId34" Type="http://schemas.openxmlformats.org/officeDocument/2006/relationships/slideLayout" Target="../slideLayouts/slideLayout238.xml"/><Relationship Id="rId50" Type="http://schemas.openxmlformats.org/officeDocument/2006/relationships/slideLayout" Target="../slideLayouts/slideLayout254.xml"/><Relationship Id="rId55" Type="http://schemas.openxmlformats.org/officeDocument/2006/relationships/slideLayout" Target="../slideLayouts/slideLayout259.xml"/><Relationship Id="rId76" Type="http://schemas.openxmlformats.org/officeDocument/2006/relationships/slideLayout" Target="../slideLayouts/slideLayout280.xml"/><Relationship Id="rId97" Type="http://schemas.openxmlformats.org/officeDocument/2006/relationships/slideLayout" Target="../slideLayouts/slideLayout301.xml"/><Relationship Id="rId104" Type="http://schemas.openxmlformats.org/officeDocument/2006/relationships/slideLayout" Target="../slideLayouts/slideLayout308.xml"/><Relationship Id="rId120" Type="http://schemas.openxmlformats.org/officeDocument/2006/relationships/slideLayout" Target="../slideLayouts/slideLayout324.xml"/><Relationship Id="rId125" Type="http://schemas.openxmlformats.org/officeDocument/2006/relationships/slideLayout" Target="../slideLayouts/slideLayout329.xml"/><Relationship Id="rId141" Type="http://schemas.openxmlformats.org/officeDocument/2006/relationships/slideLayout" Target="../slideLayouts/slideLayout345.xml"/><Relationship Id="rId146" Type="http://schemas.openxmlformats.org/officeDocument/2006/relationships/slideLayout" Target="../slideLayouts/slideLayout350.xml"/><Relationship Id="rId7" Type="http://schemas.openxmlformats.org/officeDocument/2006/relationships/slideLayout" Target="../slideLayouts/slideLayout211.xml"/><Relationship Id="rId71" Type="http://schemas.openxmlformats.org/officeDocument/2006/relationships/slideLayout" Target="../slideLayouts/slideLayout275.xml"/><Relationship Id="rId92" Type="http://schemas.openxmlformats.org/officeDocument/2006/relationships/slideLayout" Target="../slideLayouts/slideLayout296.xml"/><Relationship Id="rId162" Type="http://schemas.openxmlformats.org/officeDocument/2006/relationships/slideLayout" Target="../slideLayouts/slideLayout366.xml"/><Relationship Id="rId2" Type="http://schemas.openxmlformats.org/officeDocument/2006/relationships/slideLayout" Target="../slideLayouts/slideLayout206.xml"/><Relationship Id="rId29" Type="http://schemas.openxmlformats.org/officeDocument/2006/relationships/slideLayout" Target="../slideLayouts/slideLayout233.xml"/><Relationship Id="rId24" Type="http://schemas.openxmlformats.org/officeDocument/2006/relationships/slideLayout" Target="../slideLayouts/slideLayout228.xml"/><Relationship Id="rId40" Type="http://schemas.openxmlformats.org/officeDocument/2006/relationships/slideLayout" Target="../slideLayouts/slideLayout244.xml"/><Relationship Id="rId45" Type="http://schemas.openxmlformats.org/officeDocument/2006/relationships/slideLayout" Target="../slideLayouts/slideLayout249.xml"/><Relationship Id="rId66" Type="http://schemas.openxmlformats.org/officeDocument/2006/relationships/slideLayout" Target="../slideLayouts/slideLayout270.xml"/><Relationship Id="rId87" Type="http://schemas.openxmlformats.org/officeDocument/2006/relationships/slideLayout" Target="../slideLayouts/slideLayout291.xml"/><Relationship Id="rId110" Type="http://schemas.openxmlformats.org/officeDocument/2006/relationships/slideLayout" Target="../slideLayouts/slideLayout314.xml"/><Relationship Id="rId115" Type="http://schemas.openxmlformats.org/officeDocument/2006/relationships/slideLayout" Target="../slideLayouts/slideLayout319.xml"/><Relationship Id="rId131" Type="http://schemas.openxmlformats.org/officeDocument/2006/relationships/slideLayout" Target="../slideLayouts/slideLayout335.xml"/><Relationship Id="rId136" Type="http://schemas.openxmlformats.org/officeDocument/2006/relationships/slideLayout" Target="../slideLayouts/slideLayout340.xml"/><Relationship Id="rId157" Type="http://schemas.openxmlformats.org/officeDocument/2006/relationships/slideLayout" Target="../slideLayouts/slideLayout361.xml"/><Relationship Id="rId61" Type="http://schemas.openxmlformats.org/officeDocument/2006/relationships/slideLayout" Target="../slideLayouts/slideLayout265.xml"/><Relationship Id="rId82" Type="http://schemas.openxmlformats.org/officeDocument/2006/relationships/slideLayout" Target="../slideLayouts/slideLayout286.xml"/><Relationship Id="rId152" Type="http://schemas.openxmlformats.org/officeDocument/2006/relationships/slideLayout" Target="../slideLayouts/slideLayout356.xml"/><Relationship Id="rId19" Type="http://schemas.openxmlformats.org/officeDocument/2006/relationships/slideLayout" Target="../slideLayouts/slideLayout223.xml"/><Relationship Id="rId14" Type="http://schemas.openxmlformats.org/officeDocument/2006/relationships/slideLayout" Target="../slideLayouts/slideLayout218.xml"/><Relationship Id="rId30" Type="http://schemas.openxmlformats.org/officeDocument/2006/relationships/slideLayout" Target="../slideLayouts/slideLayout234.xml"/><Relationship Id="rId35" Type="http://schemas.openxmlformats.org/officeDocument/2006/relationships/slideLayout" Target="../slideLayouts/slideLayout239.xml"/><Relationship Id="rId56" Type="http://schemas.openxmlformats.org/officeDocument/2006/relationships/slideLayout" Target="../slideLayouts/slideLayout260.xml"/><Relationship Id="rId77" Type="http://schemas.openxmlformats.org/officeDocument/2006/relationships/slideLayout" Target="../slideLayouts/slideLayout281.xml"/><Relationship Id="rId100" Type="http://schemas.openxmlformats.org/officeDocument/2006/relationships/slideLayout" Target="../slideLayouts/slideLayout304.xml"/><Relationship Id="rId105" Type="http://schemas.openxmlformats.org/officeDocument/2006/relationships/slideLayout" Target="../slideLayouts/slideLayout309.xml"/><Relationship Id="rId126" Type="http://schemas.openxmlformats.org/officeDocument/2006/relationships/slideLayout" Target="../slideLayouts/slideLayout330.xml"/><Relationship Id="rId147" Type="http://schemas.openxmlformats.org/officeDocument/2006/relationships/slideLayout" Target="../slideLayouts/slideLayout351.xml"/><Relationship Id="rId8" Type="http://schemas.openxmlformats.org/officeDocument/2006/relationships/slideLayout" Target="../slideLayouts/slideLayout212.xml"/><Relationship Id="rId51" Type="http://schemas.openxmlformats.org/officeDocument/2006/relationships/slideLayout" Target="../slideLayouts/slideLayout255.xml"/><Relationship Id="rId72" Type="http://schemas.openxmlformats.org/officeDocument/2006/relationships/slideLayout" Target="../slideLayouts/slideLayout276.xml"/><Relationship Id="rId93" Type="http://schemas.openxmlformats.org/officeDocument/2006/relationships/slideLayout" Target="../slideLayouts/slideLayout297.xml"/><Relationship Id="rId98" Type="http://schemas.openxmlformats.org/officeDocument/2006/relationships/slideLayout" Target="../slideLayouts/slideLayout302.xml"/><Relationship Id="rId121" Type="http://schemas.openxmlformats.org/officeDocument/2006/relationships/slideLayout" Target="../slideLayouts/slideLayout325.xml"/><Relationship Id="rId142" Type="http://schemas.openxmlformats.org/officeDocument/2006/relationships/slideLayout" Target="../slideLayouts/slideLayout346.xml"/><Relationship Id="rId163" Type="http://schemas.openxmlformats.org/officeDocument/2006/relationships/slideLayout" Target="../slideLayouts/slideLayout367.xml"/><Relationship Id="rId3" Type="http://schemas.openxmlformats.org/officeDocument/2006/relationships/slideLayout" Target="../slideLayouts/slideLayout207.xml"/><Relationship Id="rId25" Type="http://schemas.openxmlformats.org/officeDocument/2006/relationships/slideLayout" Target="../slideLayouts/slideLayout229.xml"/><Relationship Id="rId46" Type="http://schemas.openxmlformats.org/officeDocument/2006/relationships/slideLayout" Target="../slideLayouts/slideLayout250.xml"/><Relationship Id="rId67" Type="http://schemas.openxmlformats.org/officeDocument/2006/relationships/slideLayout" Target="../slideLayouts/slideLayout271.xml"/><Relationship Id="rId116" Type="http://schemas.openxmlformats.org/officeDocument/2006/relationships/slideLayout" Target="../slideLayouts/slideLayout320.xml"/><Relationship Id="rId137" Type="http://schemas.openxmlformats.org/officeDocument/2006/relationships/slideLayout" Target="../slideLayouts/slideLayout341.xml"/><Relationship Id="rId158" Type="http://schemas.openxmlformats.org/officeDocument/2006/relationships/slideLayout" Target="../slideLayouts/slideLayout362.xml"/><Relationship Id="rId20" Type="http://schemas.openxmlformats.org/officeDocument/2006/relationships/slideLayout" Target="../slideLayouts/slideLayout224.xml"/><Relationship Id="rId41" Type="http://schemas.openxmlformats.org/officeDocument/2006/relationships/slideLayout" Target="../slideLayouts/slideLayout245.xml"/><Relationship Id="rId62" Type="http://schemas.openxmlformats.org/officeDocument/2006/relationships/slideLayout" Target="../slideLayouts/slideLayout266.xml"/><Relationship Id="rId83" Type="http://schemas.openxmlformats.org/officeDocument/2006/relationships/slideLayout" Target="../slideLayouts/slideLayout287.xml"/><Relationship Id="rId88" Type="http://schemas.openxmlformats.org/officeDocument/2006/relationships/slideLayout" Target="../slideLayouts/slideLayout292.xml"/><Relationship Id="rId111" Type="http://schemas.openxmlformats.org/officeDocument/2006/relationships/slideLayout" Target="../slideLayouts/slideLayout315.xml"/><Relationship Id="rId132" Type="http://schemas.openxmlformats.org/officeDocument/2006/relationships/slideLayout" Target="../slideLayouts/slideLayout336.xml"/><Relationship Id="rId153" Type="http://schemas.openxmlformats.org/officeDocument/2006/relationships/slideLayout" Target="../slideLayouts/slideLayout3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76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371.xml"/><Relationship Id="rId7" Type="http://schemas.openxmlformats.org/officeDocument/2006/relationships/slideLayout" Target="../slideLayouts/slideLayout375.xml"/><Relationship Id="rId12" Type="http://schemas.openxmlformats.org/officeDocument/2006/relationships/slideLayout" Target="../slideLayouts/slideLayout380.xml"/><Relationship Id="rId2" Type="http://schemas.openxmlformats.org/officeDocument/2006/relationships/slideLayout" Target="../slideLayouts/slideLayout370.xml"/><Relationship Id="rId1" Type="http://schemas.openxmlformats.org/officeDocument/2006/relationships/slideLayout" Target="../slideLayouts/slideLayout369.xml"/><Relationship Id="rId6" Type="http://schemas.openxmlformats.org/officeDocument/2006/relationships/slideLayout" Target="../slideLayouts/slideLayout374.xml"/><Relationship Id="rId11" Type="http://schemas.openxmlformats.org/officeDocument/2006/relationships/slideLayout" Target="../slideLayouts/slideLayout379.xml"/><Relationship Id="rId5" Type="http://schemas.openxmlformats.org/officeDocument/2006/relationships/slideLayout" Target="../slideLayouts/slideLayout373.xml"/><Relationship Id="rId10" Type="http://schemas.openxmlformats.org/officeDocument/2006/relationships/slideLayout" Target="../slideLayouts/slideLayout378.xml"/><Relationship Id="rId4" Type="http://schemas.openxmlformats.org/officeDocument/2006/relationships/slideLayout" Target="../slideLayouts/slideLayout372.xml"/><Relationship Id="rId9" Type="http://schemas.openxmlformats.org/officeDocument/2006/relationships/slideLayout" Target="../slideLayouts/slideLayout377.xml"/><Relationship Id="rId14" Type="http://schemas.openxmlformats.org/officeDocument/2006/relationships/image" Target="../media/image1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80988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27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Text Box 18"/>
          <p:cNvSpPr txBox="1">
            <a:spLocks noChangeArrowheads="1"/>
          </p:cNvSpPr>
          <p:nvPr/>
        </p:nvSpPr>
        <p:spPr bwMode="auto">
          <a:xfrm>
            <a:off x="6442075" y="6229350"/>
            <a:ext cx="2455863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E631F04A-3A64-4188-BA5F-9732DAE6DD6F}" type="slidenum">
              <a:rPr lang="en-US" sz="900"/>
              <a:pPr algn="r">
                <a:lnSpc>
                  <a:spcPct val="90000"/>
                </a:lnSpc>
                <a:defRPr/>
              </a:pPr>
              <a:t>‹N°›</a:t>
            </a:fld>
            <a:r>
              <a:rPr lang="en-US" sz="900" dirty="0"/>
              <a:t> </a:t>
            </a:r>
          </a:p>
          <a:p>
            <a:pPr algn="r">
              <a:lnSpc>
                <a:spcPct val="90000"/>
              </a:lnSpc>
              <a:defRPr/>
            </a:pPr>
            <a:r>
              <a:rPr lang="en-US" sz="900" dirty="0" smtClean="0"/>
              <a:t>SW Governance</a:t>
            </a:r>
            <a:endParaRPr lang="en-US" sz="900" dirty="0"/>
          </a:p>
          <a:p>
            <a:pPr algn="r">
              <a:lnSpc>
                <a:spcPct val="90000"/>
              </a:lnSpc>
              <a:defRPr/>
            </a:pPr>
            <a:fld id="{F4C705E2-1B05-4677-9D62-2D395EC0C1FD}" type="datetime1">
              <a:rPr lang="en-US" sz="900"/>
              <a:pPr algn="r">
                <a:lnSpc>
                  <a:spcPct val="90000"/>
                </a:lnSpc>
                <a:defRPr/>
              </a:pPr>
              <a:t>3/14/2014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96" r:id="rId1"/>
    <p:sldLayoutId id="2147484497" r:id="rId2"/>
    <p:sldLayoutId id="2147484498" r:id="rId3"/>
    <p:sldLayoutId id="2147484499" r:id="rId4"/>
    <p:sldLayoutId id="2147484500" r:id="rId5"/>
    <p:sldLayoutId id="2147484501" r:id="rId6"/>
    <p:sldLayoutId id="2147484502" r:id="rId7"/>
    <p:sldLayoutId id="2147484503" r:id="rId8"/>
    <p:sldLayoutId id="2147484504" r:id="rId9"/>
    <p:sldLayoutId id="2147484505" r:id="rId10"/>
    <p:sldLayoutId id="2147484506" r:id="rId11"/>
    <p:sldLayoutId id="2147484507" r:id="rId12"/>
    <p:sldLayoutId id="2147484508" r:id="rId13"/>
    <p:sldLayoutId id="2147484509" r:id="rId14"/>
    <p:sldLayoutId id="2147484510" r:id="rId15"/>
    <p:sldLayoutId id="2147484511" r:id="rId16"/>
    <p:sldLayoutId id="2147484512" r:id="rId17"/>
    <p:sldLayoutId id="2147484513" r:id="rId18"/>
    <p:sldLayoutId id="2147484514" r:id="rId19"/>
    <p:sldLayoutId id="2147484515" r:id="rId20"/>
    <p:sldLayoutId id="2147484516" r:id="rId21"/>
    <p:sldLayoutId id="2147484517" r:id="rId22"/>
    <p:sldLayoutId id="2147484518" r:id="rId23"/>
    <p:sldLayoutId id="2147484519" r:id="rId24"/>
    <p:sldLayoutId id="2147484520" r:id="rId25"/>
    <p:sldLayoutId id="2147484521" r:id="rId26"/>
    <p:sldLayoutId id="2147484522" r:id="rId27"/>
    <p:sldLayoutId id="2147484523" r:id="rId28"/>
    <p:sldLayoutId id="2147484524" r:id="rId29"/>
    <p:sldLayoutId id="2147484525" r:id="rId30"/>
    <p:sldLayoutId id="2147484526" r:id="rId31"/>
    <p:sldLayoutId id="2147484527" r:id="rId32"/>
    <p:sldLayoutId id="2147484528" r:id="rId33"/>
    <p:sldLayoutId id="2147484529" r:id="rId34"/>
    <p:sldLayoutId id="2147484530" r:id="rId35"/>
    <p:sldLayoutId id="2147484531" r:id="rId36"/>
    <p:sldLayoutId id="2147484494" r:id="rId37"/>
    <p:sldLayoutId id="2147484532" r:id="rId38"/>
    <p:sldLayoutId id="2147484533" r:id="rId39"/>
    <p:sldLayoutId id="2147484534" r:id="rId40"/>
    <p:sldLayoutId id="2147484535" r:id="rId41"/>
    <p:sldLayoutId id="2147484536" r:id="rId42"/>
    <p:sldLayoutId id="2147484537" r:id="rId43"/>
    <p:sldLayoutId id="2147484538" r:id="rId44"/>
    <p:sldLayoutId id="2147484539" r:id="rId45"/>
    <p:sldLayoutId id="2147484540" r:id="rId46"/>
    <p:sldLayoutId id="2147484541" r:id="rId47"/>
    <p:sldLayoutId id="2147484542" r:id="rId48"/>
    <p:sldLayoutId id="2147484543" r:id="rId49"/>
    <p:sldLayoutId id="2147484544" r:id="rId50"/>
    <p:sldLayoutId id="2147484545" r:id="rId51"/>
    <p:sldLayoutId id="2147484546" r:id="rId52"/>
    <p:sldLayoutId id="2147484547" r:id="rId53"/>
    <p:sldLayoutId id="2147484548" r:id="rId54"/>
    <p:sldLayoutId id="2147484549" r:id="rId55"/>
    <p:sldLayoutId id="2147484550" r:id="rId56"/>
    <p:sldLayoutId id="2147484551" r:id="rId57"/>
    <p:sldLayoutId id="2147484552" r:id="rId58"/>
    <p:sldLayoutId id="2147484553" r:id="rId59"/>
    <p:sldLayoutId id="2147484554" r:id="rId60"/>
    <p:sldLayoutId id="2147484555" r:id="rId61"/>
    <p:sldLayoutId id="2147484556" r:id="rId62"/>
    <p:sldLayoutId id="2147484557" r:id="rId63"/>
    <p:sldLayoutId id="2147484558" r:id="rId64"/>
    <p:sldLayoutId id="2147484559" r:id="rId65"/>
    <p:sldLayoutId id="2147484560" r:id="rId66"/>
    <p:sldLayoutId id="2147484561" r:id="rId67"/>
    <p:sldLayoutId id="2147484562" r:id="rId68"/>
    <p:sldLayoutId id="2147484563" r:id="rId69"/>
    <p:sldLayoutId id="2147484564" r:id="rId70"/>
    <p:sldLayoutId id="2147484565" r:id="rId71"/>
    <p:sldLayoutId id="2147484566" r:id="rId72"/>
    <p:sldLayoutId id="2147484567" r:id="rId73"/>
    <p:sldLayoutId id="2147484568" r:id="rId74"/>
    <p:sldLayoutId id="2147484569" r:id="rId75"/>
    <p:sldLayoutId id="2147484570" r:id="rId76"/>
    <p:sldLayoutId id="2147484571" r:id="rId77"/>
    <p:sldLayoutId id="2147484572" r:id="rId78"/>
    <p:sldLayoutId id="2147484573" r:id="rId79"/>
    <p:sldLayoutId id="2147484574" r:id="rId80"/>
    <p:sldLayoutId id="2147484575" r:id="rId81"/>
    <p:sldLayoutId id="2147484576" r:id="rId82"/>
    <p:sldLayoutId id="2147484577" r:id="rId83"/>
    <p:sldLayoutId id="2147484578" r:id="rId84"/>
    <p:sldLayoutId id="2147484579" r:id="rId85"/>
    <p:sldLayoutId id="2147484580" r:id="rId86"/>
    <p:sldLayoutId id="2147484581" r:id="rId87"/>
    <p:sldLayoutId id="2147484582" r:id="rId88"/>
    <p:sldLayoutId id="2147484583" r:id="rId89"/>
    <p:sldLayoutId id="2147484584" r:id="rId90"/>
    <p:sldLayoutId id="2147484585" r:id="rId91"/>
    <p:sldLayoutId id="2147484586" r:id="rId92"/>
    <p:sldLayoutId id="2147484587" r:id="rId93"/>
    <p:sldLayoutId id="2147484588" r:id="rId94"/>
    <p:sldLayoutId id="2147484589" r:id="rId95"/>
    <p:sldLayoutId id="2147484590" r:id="rId96"/>
    <p:sldLayoutId id="2147484591" r:id="rId97"/>
    <p:sldLayoutId id="2147484592" r:id="rId98"/>
    <p:sldLayoutId id="2147484593" r:id="rId99"/>
    <p:sldLayoutId id="2147484594" r:id="rId100"/>
    <p:sldLayoutId id="2147484495" r:id="rId101"/>
    <p:sldLayoutId id="2147484595" r:id="rId102"/>
    <p:sldLayoutId id="2147484596" r:id="rId103"/>
    <p:sldLayoutId id="2147484597" r:id="rId104"/>
    <p:sldLayoutId id="2147484598" r:id="rId105"/>
    <p:sldLayoutId id="2147484599" r:id="rId106"/>
    <p:sldLayoutId id="2147484600" r:id="rId107"/>
    <p:sldLayoutId id="2147484601" r:id="rId108"/>
    <p:sldLayoutId id="2147484602" r:id="rId109"/>
    <p:sldLayoutId id="2147484603" r:id="rId110"/>
    <p:sldLayoutId id="2147484604" r:id="rId111"/>
    <p:sldLayoutId id="2147484605" r:id="rId112"/>
    <p:sldLayoutId id="2147484606" r:id="rId113"/>
    <p:sldLayoutId id="2147484607" r:id="rId114"/>
    <p:sldLayoutId id="2147484608" r:id="rId115"/>
    <p:sldLayoutId id="2147484609" r:id="rId116"/>
    <p:sldLayoutId id="2147484610" r:id="rId117"/>
    <p:sldLayoutId id="2147484611" r:id="rId118"/>
    <p:sldLayoutId id="2147484612" r:id="rId119"/>
    <p:sldLayoutId id="2147484613" r:id="rId120"/>
    <p:sldLayoutId id="2147484614" r:id="rId121"/>
    <p:sldLayoutId id="2147484615" r:id="rId122"/>
    <p:sldLayoutId id="2147484616" r:id="rId123"/>
    <p:sldLayoutId id="2147484617" r:id="rId124"/>
    <p:sldLayoutId id="2147484618" r:id="rId125"/>
    <p:sldLayoutId id="2147484619" r:id="rId126"/>
    <p:sldLayoutId id="2147484620" r:id="rId127"/>
    <p:sldLayoutId id="2147484621" r:id="rId128"/>
    <p:sldLayoutId id="2147484622" r:id="rId129"/>
    <p:sldLayoutId id="2147484623" r:id="rId130"/>
    <p:sldLayoutId id="2147484624" r:id="rId131"/>
    <p:sldLayoutId id="2147484625" r:id="rId132"/>
    <p:sldLayoutId id="2147484626" r:id="rId133"/>
    <p:sldLayoutId id="2147484627" r:id="rId134"/>
    <p:sldLayoutId id="2147484628" r:id="rId135"/>
    <p:sldLayoutId id="2147484629" r:id="rId136"/>
    <p:sldLayoutId id="2147484630" r:id="rId137"/>
    <p:sldLayoutId id="2147484631" r:id="rId138"/>
    <p:sldLayoutId id="2147484632" r:id="rId139"/>
    <p:sldLayoutId id="2147484633" r:id="rId140"/>
    <p:sldLayoutId id="2147484634" r:id="rId141"/>
    <p:sldLayoutId id="2147484635" r:id="rId142"/>
    <p:sldLayoutId id="2147484636" r:id="rId143"/>
    <p:sldLayoutId id="2147484637" r:id="rId144"/>
    <p:sldLayoutId id="2147484638" r:id="rId145"/>
    <p:sldLayoutId id="2147484639" r:id="rId146"/>
    <p:sldLayoutId id="2147484640" r:id="rId147"/>
    <p:sldLayoutId id="2147484641" r:id="rId148"/>
    <p:sldLayoutId id="2147484642" r:id="rId149"/>
    <p:sldLayoutId id="2147484643" r:id="rId150"/>
    <p:sldLayoutId id="2147484644" r:id="rId151"/>
    <p:sldLayoutId id="2147484645" r:id="rId152"/>
    <p:sldLayoutId id="2147484646" r:id="rId153"/>
    <p:sldLayoutId id="2147484647" r:id="rId154"/>
    <p:sldLayoutId id="2147484648" r:id="rId155"/>
    <p:sldLayoutId id="2147484649" r:id="rId156"/>
    <p:sldLayoutId id="2147484650" r:id="rId157"/>
    <p:sldLayoutId id="2147484651" r:id="rId158"/>
    <p:sldLayoutId id="2147484652" r:id="rId159"/>
    <p:sldLayoutId id="2147484653" r:id="rId160"/>
    <p:sldLayoutId id="2147484654" r:id="rId161"/>
    <p:sldLayoutId id="2147484655" r:id="rId162"/>
    <p:sldLayoutId id="2147484656" r:id="rId163"/>
    <p:sldLayoutId id="2147484657" r:id="rId164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32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 Pitch" pitchFamily="34" charset="0"/>
        <a:buChar char="•"/>
        <a:defRPr sz="3200">
          <a:solidFill>
            <a:srgbClr val="1E4191"/>
          </a:solidFill>
          <a:latin typeface="+mn-lt"/>
        </a:defRPr>
      </a:lvl2pPr>
      <a:lvl3pPr marL="744538" indent="-28892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3pPr>
      <a:lvl4pPr marL="1146175" indent="-287338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4pPr>
      <a:lvl5pPr marL="1546225" indent="-285750" algn="l" rtl="0" eaLnBrk="0" fontAlgn="base" hangingPunct="0">
        <a:lnSpc>
          <a:spcPct val="90000"/>
        </a:lnSpc>
        <a:spcBef>
          <a:spcPts val="238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5pPr>
      <a:lvl6pPr marL="20034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6pPr>
      <a:lvl7pPr marL="24606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7pPr>
      <a:lvl8pPr marL="29178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8pPr>
      <a:lvl9pPr marL="33750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76200"/>
            <a:ext cx="84597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" y="838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354763"/>
            <a:ext cx="1600200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7" name="Text Box 11"/>
          <p:cNvSpPr txBox="1">
            <a:spLocks noChangeArrowheads="1"/>
          </p:cNvSpPr>
          <p:nvPr/>
        </p:nvSpPr>
        <p:spPr bwMode="auto">
          <a:xfrm>
            <a:off x="8740775" y="6502400"/>
            <a:ext cx="339725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fld id="{E261B74C-6C44-49D0-9EAD-E0BB8F63C885}" type="slidenum">
              <a:rPr lang="en-US" sz="1000">
                <a:solidFill>
                  <a:srgbClr val="1E4191"/>
                </a:solidFill>
                <a:latin typeface="Arial" pitchFamily="34" charset="0"/>
                <a:ea typeface="MS PGothic" pitchFamily="34" charset="-128"/>
              </a:rPr>
              <a:pPr eaLnBrk="0" hangingPunct="0"/>
              <a:t>‹N°›</a:t>
            </a:fld>
            <a:endParaRPr lang="en-US" sz="1000">
              <a:solidFill>
                <a:srgbClr val="1E4191"/>
              </a:solidFill>
              <a:latin typeface="Arial" pitchFamily="34" charset="0"/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22719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767" r:id="rId1"/>
    <p:sldLayoutId id="2147484768" r:id="rId2"/>
    <p:sldLayoutId id="2147484769" r:id="rId3"/>
    <p:sldLayoutId id="2147484770" r:id="rId4"/>
    <p:sldLayoutId id="2147484771" r:id="rId5"/>
    <p:sldLayoutId id="2147484772" r:id="rId6"/>
    <p:sldLayoutId id="2147484773" r:id="rId7"/>
    <p:sldLayoutId id="2147484774" r:id="rId8"/>
    <p:sldLayoutId id="2147484775" r:id="rId9"/>
    <p:sldLayoutId id="2147484776" r:id="rId10"/>
    <p:sldLayoutId id="2147484777" r:id="rId11"/>
    <p:sldLayoutId id="2147484778" r:id="rId12"/>
    <p:sldLayoutId id="2147484779" r:id="rId13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200">
          <a:solidFill>
            <a:srgbClr val="1E4191"/>
          </a:solidFill>
          <a:latin typeface="GE Inspira" pitchFamily="34" charset="0"/>
        </a:defRPr>
      </a:lvl9pPr>
    </p:titleStyle>
    <p:bodyStyle>
      <a:lvl1pPr algn="l" rtl="0" fontAlgn="base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28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fontAlgn="base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" pitchFamily="34" charset="0"/>
        <a:buChar char="•"/>
        <a:defRPr sz="2800">
          <a:solidFill>
            <a:srgbClr val="1E4191"/>
          </a:solidFill>
          <a:latin typeface="+mn-lt"/>
        </a:defRPr>
      </a:lvl2pPr>
      <a:lvl3pPr marL="744538" indent="-288925" algn="l" rtl="0" fontAlgn="base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3pPr>
      <a:lvl4pPr marL="1146175" indent="-287338" algn="l" rtl="0" fontAlgn="base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4pPr>
      <a:lvl5pPr marL="15462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5pPr>
      <a:lvl6pPr marL="20034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6pPr>
      <a:lvl7pPr marL="24606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7pPr>
      <a:lvl8pPr marL="29178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8pPr>
      <a:lvl9pPr marL="3375025" indent="-285750" algn="l" rtl="0" fontAlgn="base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2800">
          <a:solidFill>
            <a:srgbClr val="1E4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593" name="Picture 9" descr="GE_lockup_7455RGB_IaW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248400"/>
            <a:ext cx="1600200" cy="555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357188"/>
            <a:ext cx="8459788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65300"/>
            <a:ext cx="8459788" cy="4097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smtClean="0"/>
              <a:t>Click to edit Master text styles</a:t>
            </a:r>
          </a:p>
          <a:p>
            <a:pPr lvl="1"/>
            <a:r>
              <a:rPr lang="en-AU" smtClean="0"/>
              <a:t>Second level</a:t>
            </a:r>
          </a:p>
          <a:p>
            <a:pPr lvl="2"/>
            <a:r>
              <a:rPr lang="en-AU" smtClean="0"/>
              <a:t>Third level</a:t>
            </a:r>
          </a:p>
          <a:p>
            <a:pPr lvl="3"/>
            <a:r>
              <a:rPr lang="en-AU" smtClean="0"/>
              <a:t>Fourth level</a:t>
            </a:r>
          </a:p>
          <a:p>
            <a:pPr lvl="4"/>
            <a:r>
              <a:rPr lang="en-AU" smtClean="0"/>
              <a:t>Fifth level</a:t>
            </a:r>
          </a:p>
        </p:txBody>
      </p:sp>
      <p:sp>
        <p:nvSpPr>
          <p:cNvPr id="579588" name="Text Box 4"/>
          <p:cNvSpPr txBox="1">
            <a:spLocks noChangeArrowheads="1"/>
          </p:cNvSpPr>
          <p:nvPr/>
        </p:nvSpPr>
        <p:spPr bwMode="auto">
          <a:xfrm>
            <a:off x="4713288" y="6299200"/>
            <a:ext cx="4021137" cy="40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algn="r" eaLnBrk="0" hangingPunct="0">
              <a:lnSpc>
                <a:spcPts val="1100"/>
              </a:lnSpc>
            </a:pPr>
            <a:fld id="{E260317B-64B1-49D9-BA1C-4F0066F9042B}" type="slidenum">
              <a:rPr lang="en-AU" sz="900" smtClean="0">
                <a:solidFill>
                  <a:srgbClr val="4157AD"/>
                </a:solidFill>
                <a:latin typeface="GE Inspira" pitchFamily="34" charset="0"/>
              </a:rPr>
              <a:pPr algn="r" eaLnBrk="0" hangingPunct="0">
                <a:lnSpc>
                  <a:spcPts val="1100"/>
                </a:lnSpc>
              </a:pPr>
              <a:t>‹N°›</a:t>
            </a:fld>
            <a:endParaRPr lang="en-AU" sz="900" smtClean="0">
              <a:solidFill>
                <a:srgbClr val="4157AD"/>
              </a:solidFill>
              <a:latin typeface="GE Inspi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803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25" r:id="rId1"/>
    <p:sldLayoutId id="2147485126" r:id="rId2"/>
    <p:sldLayoutId id="2147485127" r:id="rId3"/>
    <p:sldLayoutId id="2147485128" r:id="rId4"/>
    <p:sldLayoutId id="2147485129" r:id="rId5"/>
    <p:sldLayoutId id="2147485130" r:id="rId6"/>
    <p:sldLayoutId id="2147485131" r:id="rId7"/>
    <p:sldLayoutId id="2147485132" r:id="rId8"/>
    <p:sldLayoutId id="2147485133" r:id="rId9"/>
    <p:sldLayoutId id="2147485134" r:id="rId10"/>
    <p:sldLayoutId id="2147485135" r:id="rId11"/>
    <p:sldLayoutId id="2147485136" r:id="rId12"/>
  </p:sldLayoutIdLst>
  <p:txStyles>
    <p:titleStyle>
      <a:lvl1pPr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+mj-lt"/>
          <a:ea typeface="+mj-ea"/>
          <a:cs typeface="+mj-cs"/>
        </a:defRPr>
      </a:lvl1pPr>
      <a:lvl2pPr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2pPr>
      <a:lvl3pPr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3pPr>
      <a:lvl4pPr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4pPr>
      <a:lvl5pPr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9pPr>
    </p:titleStyle>
    <p:bodyStyle>
      <a:lvl1pPr algn="l" rtl="0" fontAlgn="base">
        <a:spcBef>
          <a:spcPct val="20000"/>
        </a:spcBef>
        <a:spcAft>
          <a:spcPct val="0"/>
        </a:spcAft>
        <a:buClr>
          <a:srgbClr val="004880"/>
        </a:buClr>
        <a:defRPr sz="3200">
          <a:solidFill>
            <a:srgbClr val="4157AD"/>
          </a:solidFill>
          <a:latin typeface="+mn-lt"/>
          <a:ea typeface="+mn-ea"/>
          <a:cs typeface="+mn-cs"/>
        </a:defRPr>
      </a:lvl1pPr>
      <a:lvl2pPr marL="403225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Font typeface="GE Inspira" pitchFamily="34" charset="0"/>
        <a:buChar char="&gt;"/>
        <a:defRPr sz="3200">
          <a:solidFill>
            <a:srgbClr val="4157AD"/>
          </a:solidFill>
          <a:latin typeface="+mn-lt"/>
        </a:defRPr>
      </a:lvl2pPr>
      <a:lvl3pPr marL="857250" indent="-277813" algn="l" rtl="0" fontAlgn="base"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4157AD"/>
          </a:solidFill>
          <a:latin typeface="+mn-lt"/>
        </a:defRPr>
      </a:lvl3pPr>
      <a:lvl4pPr marL="1255713" indent="-284163" algn="l" rtl="0" fontAlgn="base">
        <a:spcBef>
          <a:spcPct val="20000"/>
        </a:spcBef>
        <a:spcAft>
          <a:spcPct val="0"/>
        </a:spcAft>
        <a:buClr>
          <a:srgbClr val="004880"/>
        </a:buClr>
        <a:buFont typeface="Times" pitchFamily="18" charset="0"/>
        <a:buChar char="•"/>
        <a:defRPr sz="3200">
          <a:solidFill>
            <a:srgbClr val="4157AD"/>
          </a:solidFill>
          <a:latin typeface="+mn-lt"/>
        </a:defRPr>
      </a:lvl4pPr>
      <a:lvl5pPr marL="16589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5pPr>
      <a:lvl6pPr marL="21161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6pPr>
      <a:lvl7pPr marL="25733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7pPr>
      <a:lvl8pPr marL="30305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8pPr>
      <a:lvl9pPr marL="34877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58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80988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5795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27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6620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64" r:id="rId1"/>
    <p:sldLayoutId id="2147485165" r:id="rId2"/>
    <p:sldLayoutId id="2147485166" r:id="rId3"/>
    <p:sldLayoutId id="2147485167" r:id="rId4"/>
    <p:sldLayoutId id="2147485168" r:id="rId5"/>
    <p:sldLayoutId id="2147485169" r:id="rId6"/>
    <p:sldLayoutId id="2147485170" r:id="rId7"/>
    <p:sldLayoutId id="2147485171" r:id="rId8"/>
    <p:sldLayoutId id="2147485172" r:id="rId9"/>
    <p:sldLayoutId id="2147485173" r:id="rId10"/>
    <p:sldLayoutId id="2147485174" r:id="rId11"/>
    <p:sldLayoutId id="2147485175" r:id="rId12"/>
    <p:sldLayoutId id="2147485176" r:id="rId13"/>
    <p:sldLayoutId id="2147485177" r:id="rId14"/>
    <p:sldLayoutId id="2147485178" r:id="rId15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9pPr>
    </p:titleStyle>
    <p:bodyStyle>
      <a:lvl1pPr algn="l" rtl="0" eaLnBrk="1" fontAlgn="base" hangingPunct="1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32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eaLnBrk="1" fontAlgn="base" hangingPunct="1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 Pitch" pitchFamily="34" charset="0"/>
        <a:buChar char="•"/>
        <a:defRPr sz="3200">
          <a:solidFill>
            <a:srgbClr val="1E4191"/>
          </a:solidFill>
          <a:latin typeface="+mn-lt"/>
        </a:defRPr>
      </a:lvl2pPr>
      <a:lvl3pPr marL="744538" indent="-288925" algn="l" rtl="0" eaLnBrk="1" fontAlgn="base" hangingPunct="1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3pPr>
      <a:lvl4pPr marL="1146175" indent="-287338" algn="l" rtl="0" eaLnBrk="1" fontAlgn="base" hangingPunct="1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4pPr>
      <a:lvl5pPr marL="1546225" indent="-285750" algn="l" rtl="0" eaLnBrk="1" fontAlgn="base" hangingPunct="1">
        <a:lnSpc>
          <a:spcPct val="90000"/>
        </a:lnSpc>
        <a:spcBef>
          <a:spcPts val="24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5pPr>
      <a:lvl6pPr marL="20034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6pPr>
      <a:lvl7pPr marL="24606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7pPr>
      <a:lvl8pPr marL="29178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8pPr>
      <a:lvl9pPr marL="33750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42900" y="280988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27200"/>
            <a:ext cx="8459788" cy="423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Text Box 18"/>
          <p:cNvSpPr txBox="1">
            <a:spLocks noChangeArrowheads="1"/>
          </p:cNvSpPr>
          <p:nvPr/>
        </p:nvSpPr>
        <p:spPr bwMode="auto">
          <a:xfrm>
            <a:off x="6442075" y="6229350"/>
            <a:ext cx="2455863" cy="46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</a:defRPr>
            </a:lvl9pPr>
          </a:lstStyle>
          <a:p>
            <a:pPr algn="r">
              <a:lnSpc>
                <a:spcPct val="90000"/>
              </a:lnSpc>
              <a:defRPr/>
            </a:pPr>
            <a:fld id="{E631F04A-3A64-4188-BA5F-9732DAE6DD6F}" type="slidenum">
              <a:rPr lang="en-US" sz="900">
                <a:solidFill>
                  <a:srgbClr val="1E4191"/>
                </a:solidFill>
              </a:rPr>
              <a:pPr algn="r">
                <a:lnSpc>
                  <a:spcPct val="90000"/>
                </a:lnSpc>
                <a:defRPr/>
              </a:pPr>
              <a:t>‹N°›</a:t>
            </a:fld>
            <a:r>
              <a:rPr lang="en-US" sz="900" dirty="0">
                <a:solidFill>
                  <a:srgbClr val="1E4191"/>
                </a:solidFill>
              </a:rPr>
              <a:t> </a:t>
            </a:r>
          </a:p>
          <a:p>
            <a:pPr algn="r">
              <a:lnSpc>
                <a:spcPct val="90000"/>
              </a:lnSpc>
              <a:defRPr/>
            </a:pPr>
            <a:r>
              <a:rPr lang="en-US" sz="900" dirty="0" smtClean="0">
                <a:solidFill>
                  <a:srgbClr val="1E4191"/>
                </a:solidFill>
              </a:rPr>
              <a:t>SW Governance</a:t>
            </a:r>
            <a:endParaRPr lang="en-US" sz="900" dirty="0">
              <a:solidFill>
                <a:srgbClr val="1E4191"/>
              </a:solidFill>
            </a:endParaRPr>
          </a:p>
          <a:p>
            <a:pPr algn="r">
              <a:lnSpc>
                <a:spcPct val="90000"/>
              </a:lnSpc>
              <a:defRPr/>
            </a:pPr>
            <a:fld id="{F4C705E2-1B05-4677-9D62-2D395EC0C1FD}" type="datetime1">
              <a:rPr lang="en-US" sz="900">
                <a:solidFill>
                  <a:srgbClr val="1E4191"/>
                </a:solidFill>
              </a:rPr>
              <a:pPr algn="r">
                <a:lnSpc>
                  <a:spcPct val="90000"/>
                </a:lnSpc>
                <a:defRPr/>
              </a:pPr>
              <a:t>3/14/2014</a:t>
            </a:fld>
            <a:endParaRPr lang="en-US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065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180" r:id="rId1"/>
    <p:sldLayoutId id="2147485181" r:id="rId2"/>
    <p:sldLayoutId id="2147485182" r:id="rId3"/>
    <p:sldLayoutId id="2147485183" r:id="rId4"/>
    <p:sldLayoutId id="2147485184" r:id="rId5"/>
    <p:sldLayoutId id="2147485185" r:id="rId6"/>
    <p:sldLayoutId id="2147485186" r:id="rId7"/>
    <p:sldLayoutId id="2147485187" r:id="rId8"/>
    <p:sldLayoutId id="2147485188" r:id="rId9"/>
    <p:sldLayoutId id="2147485189" r:id="rId10"/>
    <p:sldLayoutId id="2147485190" r:id="rId11"/>
    <p:sldLayoutId id="2147485191" r:id="rId12"/>
    <p:sldLayoutId id="2147485192" r:id="rId13"/>
    <p:sldLayoutId id="2147485193" r:id="rId14"/>
    <p:sldLayoutId id="2147485194" r:id="rId15"/>
    <p:sldLayoutId id="2147485195" r:id="rId16"/>
    <p:sldLayoutId id="2147485196" r:id="rId17"/>
    <p:sldLayoutId id="2147485197" r:id="rId18"/>
    <p:sldLayoutId id="2147485198" r:id="rId19"/>
    <p:sldLayoutId id="2147485199" r:id="rId20"/>
    <p:sldLayoutId id="2147485200" r:id="rId21"/>
    <p:sldLayoutId id="2147485201" r:id="rId22"/>
    <p:sldLayoutId id="2147485202" r:id="rId23"/>
    <p:sldLayoutId id="2147485203" r:id="rId24"/>
    <p:sldLayoutId id="2147485204" r:id="rId25"/>
    <p:sldLayoutId id="2147485205" r:id="rId26"/>
    <p:sldLayoutId id="2147485206" r:id="rId27"/>
    <p:sldLayoutId id="2147485207" r:id="rId28"/>
    <p:sldLayoutId id="2147485208" r:id="rId29"/>
    <p:sldLayoutId id="2147485209" r:id="rId30"/>
    <p:sldLayoutId id="2147485210" r:id="rId31"/>
    <p:sldLayoutId id="2147485211" r:id="rId32"/>
    <p:sldLayoutId id="2147485212" r:id="rId33"/>
    <p:sldLayoutId id="2147485213" r:id="rId34"/>
    <p:sldLayoutId id="2147485214" r:id="rId35"/>
    <p:sldLayoutId id="2147485215" r:id="rId36"/>
    <p:sldLayoutId id="2147485216" r:id="rId37"/>
    <p:sldLayoutId id="2147485217" r:id="rId38"/>
    <p:sldLayoutId id="2147485218" r:id="rId39"/>
    <p:sldLayoutId id="2147485219" r:id="rId40"/>
    <p:sldLayoutId id="2147485220" r:id="rId41"/>
    <p:sldLayoutId id="2147485221" r:id="rId42"/>
    <p:sldLayoutId id="2147485222" r:id="rId43"/>
    <p:sldLayoutId id="2147485223" r:id="rId44"/>
    <p:sldLayoutId id="2147485224" r:id="rId45"/>
    <p:sldLayoutId id="2147485225" r:id="rId46"/>
    <p:sldLayoutId id="2147485226" r:id="rId47"/>
    <p:sldLayoutId id="2147485227" r:id="rId48"/>
    <p:sldLayoutId id="2147485228" r:id="rId49"/>
    <p:sldLayoutId id="2147485229" r:id="rId50"/>
    <p:sldLayoutId id="2147485230" r:id="rId51"/>
    <p:sldLayoutId id="2147485231" r:id="rId52"/>
    <p:sldLayoutId id="2147485232" r:id="rId53"/>
    <p:sldLayoutId id="2147485233" r:id="rId54"/>
    <p:sldLayoutId id="2147485234" r:id="rId55"/>
    <p:sldLayoutId id="2147485235" r:id="rId56"/>
    <p:sldLayoutId id="2147485236" r:id="rId57"/>
    <p:sldLayoutId id="2147485237" r:id="rId58"/>
    <p:sldLayoutId id="2147485238" r:id="rId59"/>
    <p:sldLayoutId id="2147485239" r:id="rId60"/>
    <p:sldLayoutId id="2147485240" r:id="rId61"/>
    <p:sldLayoutId id="2147485241" r:id="rId62"/>
    <p:sldLayoutId id="2147485242" r:id="rId63"/>
    <p:sldLayoutId id="2147485243" r:id="rId64"/>
    <p:sldLayoutId id="2147485244" r:id="rId65"/>
    <p:sldLayoutId id="2147485245" r:id="rId66"/>
    <p:sldLayoutId id="2147485246" r:id="rId67"/>
    <p:sldLayoutId id="2147485247" r:id="rId68"/>
    <p:sldLayoutId id="2147485248" r:id="rId69"/>
    <p:sldLayoutId id="2147485249" r:id="rId70"/>
    <p:sldLayoutId id="2147485250" r:id="rId71"/>
    <p:sldLayoutId id="2147485251" r:id="rId72"/>
    <p:sldLayoutId id="2147485252" r:id="rId73"/>
    <p:sldLayoutId id="2147485253" r:id="rId74"/>
    <p:sldLayoutId id="2147485254" r:id="rId75"/>
    <p:sldLayoutId id="2147485255" r:id="rId76"/>
    <p:sldLayoutId id="2147485256" r:id="rId77"/>
    <p:sldLayoutId id="2147485257" r:id="rId78"/>
    <p:sldLayoutId id="2147485258" r:id="rId79"/>
    <p:sldLayoutId id="2147485259" r:id="rId80"/>
    <p:sldLayoutId id="2147485260" r:id="rId81"/>
    <p:sldLayoutId id="2147485261" r:id="rId82"/>
    <p:sldLayoutId id="2147485262" r:id="rId83"/>
    <p:sldLayoutId id="2147485263" r:id="rId84"/>
    <p:sldLayoutId id="2147485264" r:id="rId85"/>
    <p:sldLayoutId id="2147485265" r:id="rId86"/>
    <p:sldLayoutId id="2147485266" r:id="rId87"/>
    <p:sldLayoutId id="2147485267" r:id="rId88"/>
    <p:sldLayoutId id="2147485268" r:id="rId89"/>
    <p:sldLayoutId id="2147485269" r:id="rId90"/>
    <p:sldLayoutId id="2147485270" r:id="rId91"/>
    <p:sldLayoutId id="2147485271" r:id="rId92"/>
    <p:sldLayoutId id="2147485272" r:id="rId93"/>
    <p:sldLayoutId id="2147485273" r:id="rId94"/>
    <p:sldLayoutId id="2147485274" r:id="rId95"/>
    <p:sldLayoutId id="2147485275" r:id="rId96"/>
    <p:sldLayoutId id="2147485276" r:id="rId97"/>
    <p:sldLayoutId id="2147485277" r:id="rId98"/>
    <p:sldLayoutId id="2147485278" r:id="rId99"/>
    <p:sldLayoutId id="2147485279" r:id="rId100"/>
    <p:sldLayoutId id="2147485280" r:id="rId101"/>
    <p:sldLayoutId id="2147485281" r:id="rId102"/>
    <p:sldLayoutId id="2147485282" r:id="rId103"/>
    <p:sldLayoutId id="2147485283" r:id="rId104"/>
    <p:sldLayoutId id="2147485284" r:id="rId105"/>
    <p:sldLayoutId id="2147485285" r:id="rId106"/>
    <p:sldLayoutId id="2147485286" r:id="rId107"/>
    <p:sldLayoutId id="2147485287" r:id="rId108"/>
    <p:sldLayoutId id="2147485288" r:id="rId109"/>
    <p:sldLayoutId id="2147485289" r:id="rId110"/>
    <p:sldLayoutId id="2147485290" r:id="rId111"/>
    <p:sldLayoutId id="2147485291" r:id="rId112"/>
    <p:sldLayoutId id="2147485292" r:id="rId113"/>
    <p:sldLayoutId id="2147485293" r:id="rId114"/>
    <p:sldLayoutId id="2147485294" r:id="rId115"/>
    <p:sldLayoutId id="2147485295" r:id="rId116"/>
    <p:sldLayoutId id="2147485296" r:id="rId117"/>
    <p:sldLayoutId id="2147485297" r:id="rId118"/>
    <p:sldLayoutId id="2147485298" r:id="rId119"/>
    <p:sldLayoutId id="2147485299" r:id="rId120"/>
    <p:sldLayoutId id="2147485300" r:id="rId121"/>
    <p:sldLayoutId id="2147485301" r:id="rId122"/>
    <p:sldLayoutId id="2147485302" r:id="rId123"/>
    <p:sldLayoutId id="2147485303" r:id="rId124"/>
    <p:sldLayoutId id="2147485304" r:id="rId125"/>
    <p:sldLayoutId id="2147485305" r:id="rId126"/>
    <p:sldLayoutId id="2147485306" r:id="rId127"/>
    <p:sldLayoutId id="2147485307" r:id="rId128"/>
    <p:sldLayoutId id="2147485308" r:id="rId129"/>
    <p:sldLayoutId id="2147485309" r:id="rId130"/>
    <p:sldLayoutId id="2147485310" r:id="rId131"/>
    <p:sldLayoutId id="2147485311" r:id="rId132"/>
    <p:sldLayoutId id="2147485312" r:id="rId133"/>
    <p:sldLayoutId id="2147485313" r:id="rId134"/>
    <p:sldLayoutId id="2147485314" r:id="rId135"/>
    <p:sldLayoutId id="2147485315" r:id="rId136"/>
    <p:sldLayoutId id="2147485316" r:id="rId137"/>
    <p:sldLayoutId id="2147485317" r:id="rId138"/>
    <p:sldLayoutId id="2147485318" r:id="rId139"/>
    <p:sldLayoutId id="2147485319" r:id="rId140"/>
    <p:sldLayoutId id="2147485320" r:id="rId141"/>
    <p:sldLayoutId id="2147485321" r:id="rId142"/>
    <p:sldLayoutId id="2147485322" r:id="rId143"/>
    <p:sldLayoutId id="2147485323" r:id="rId144"/>
    <p:sldLayoutId id="2147485324" r:id="rId145"/>
    <p:sldLayoutId id="2147485325" r:id="rId146"/>
    <p:sldLayoutId id="2147485326" r:id="rId147"/>
    <p:sldLayoutId id="2147485327" r:id="rId148"/>
    <p:sldLayoutId id="2147485328" r:id="rId149"/>
    <p:sldLayoutId id="2147485329" r:id="rId150"/>
    <p:sldLayoutId id="2147485330" r:id="rId151"/>
    <p:sldLayoutId id="2147485331" r:id="rId152"/>
    <p:sldLayoutId id="2147485332" r:id="rId153"/>
    <p:sldLayoutId id="2147485333" r:id="rId154"/>
    <p:sldLayoutId id="2147485334" r:id="rId155"/>
    <p:sldLayoutId id="2147485335" r:id="rId156"/>
    <p:sldLayoutId id="2147485336" r:id="rId157"/>
    <p:sldLayoutId id="2147485337" r:id="rId158"/>
    <p:sldLayoutId id="2147485338" r:id="rId159"/>
    <p:sldLayoutId id="2147485339" r:id="rId160"/>
    <p:sldLayoutId id="2147485340" r:id="rId161"/>
    <p:sldLayoutId id="2147485341" r:id="rId162"/>
    <p:sldLayoutId id="2147485342" r:id="rId163"/>
    <p:sldLayoutId id="2147485343" r:id="rId164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000">
          <a:solidFill>
            <a:srgbClr val="1E4191"/>
          </a:solidFill>
          <a:latin typeface="GE Inspira Pitch" pitchFamily="34" charset="0"/>
        </a:defRPr>
      </a:lvl9pPr>
    </p:titleStyle>
    <p:bodyStyle>
      <a:lvl1pPr marL="342900" indent="-342900" algn="l" rtl="0" eaLnBrk="0" fontAlgn="base" hangingPunct="0">
        <a:lnSpc>
          <a:spcPct val="90000"/>
        </a:lnSpc>
        <a:spcBef>
          <a:spcPct val="50000"/>
        </a:spcBef>
        <a:spcAft>
          <a:spcPct val="0"/>
        </a:spcAft>
        <a:buClr>
          <a:srgbClr val="004880"/>
        </a:buClr>
        <a:defRPr sz="3200">
          <a:solidFill>
            <a:srgbClr val="1E4191"/>
          </a:solidFill>
          <a:latin typeface="+mn-lt"/>
          <a:ea typeface="+mn-ea"/>
          <a:cs typeface="+mn-cs"/>
        </a:defRPr>
      </a:lvl1pPr>
      <a:lvl2pPr marL="341313" indent="-339725" algn="l" rtl="0" eaLnBrk="0" fontAlgn="base" hangingPunct="0">
        <a:lnSpc>
          <a:spcPct val="90000"/>
        </a:lnSpc>
        <a:spcBef>
          <a:spcPct val="30000"/>
        </a:spcBef>
        <a:spcAft>
          <a:spcPct val="0"/>
        </a:spcAft>
        <a:buClr>
          <a:srgbClr val="004880"/>
        </a:buClr>
        <a:buFont typeface="GE Inspira Pitch" pitchFamily="34" charset="0"/>
        <a:buChar char="•"/>
        <a:defRPr sz="3200">
          <a:solidFill>
            <a:srgbClr val="1E4191"/>
          </a:solidFill>
          <a:latin typeface="+mn-lt"/>
        </a:defRPr>
      </a:lvl2pPr>
      <a:lvl3pPr marL="744538" indent="-288925" algn="l" rtl="0" eaLnBrk="0" fontAlgn="base" hangingPunct="0">
        <a:lnSpc>
          <a:spcPct val="90000"/>
        </a:lnSpc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3pPr>
      <a:lvl4pPr marL="1146175" indent="-287338" algn="l" rtl="0" eaLnBrk="0" fontAlgn="base" hangingPunct="0">
        <a:lnSpc>
          <a:spcPct val="90000"/>
        </a:lnSpc>
        <a:spcBef>
          <a:spcPct val="1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4pPr>
      <a:lvl5pPr marL="1546225" indent="-285750" algn="l" rtl="0" eaLnBrk="0" fontAlgn="base" hangingPunct="0">
        <a:lnSpc>
          <a:spcPct val="90000"/>
        </a:lnSpc>
        <a:spcBef>
          <a:spcPts val="238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5pPr>
      <a:lvl6pPr marL="20034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6pPr>
      <a:lvl7pPr marL="24606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7pPr>
      <a:lvl8pPr marL="29178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8pPr>
      <a:lvl9pPr marL="3375025" indent="-2857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rgbClr val="004880"/>
        </a:buClr>
        <a:buChar char="–"/>
        <a:defRPr sz="3200">
          <a:solidFill>
            <a:srgbClr val="1E419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9" descr="GE_lockup_7455RGB_IaW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248400"/>
            <a:ext cx="1600200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55600" y="357188"/>
            <a:ext cx="8459788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 smtClean="0"/>
              <a:t>Click to edit Master text styles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42900" y="1765300"/>
            <a:ext cx="8459788" cy="4097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AU" altLang="en-US" smtClean="0"/>
              <a:t>Click to edit Master text styles</a:t>
            </a:r>
          </a:p>
          <a:p>
            <a:pPr lvl="1"/>
            <a:r>
              <a:rPr lang="en-AU" altLang="en-US" smtClean="0"/>
              <a:t>Second level</a:t>
            </a:r>
          </a:p>
          <a:p>
            <a:pPr lvl="2"/>
            <a:r>
              <a:rPr lang="en-AU" altLang="en-US" smtClean="0"/>
              <a:t>Third level</a:t>
            </a:r>
          </a:p>
          <a:p>
            <a:pPr lvl="3"/>
            <a:r>
              <a:rPr lang="en-AU" altLang="en-US" smtClean="0"/>
              <a:t>Fourth level</a:t>
            </a:r>
          </a:p>
          <a:p>
            <a:pPr lvl="4"/>
            <a:r>
              <a:rPr lang="en-AU" altLang="en-US" smtClean="0"/>
              <a:t>Fifth level</a:t>
            </a: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4713288" y="6299200"/>
            <a:ext cx="4021137" cy="40640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 algn="r" eaLnBrk="0" hangingPunct="0">
              <a:lnSpc>
                <a:spcPts val="1100"/>
              </a:lnSpc>
              <a:defRPr/>
            </a:pPr>
            <a:fld id="{B5909B53-D530-4736-B5A3-D7442BDC15F8}" type="slidenum">
              <a:rPr lang="en-AU" sz="900" smtClean="0">
                <a:solidFill>
                  <a:srgbClr val="4157AD"/>
                </a:solidFill>
              </a:rPr>
              <a:pPr algn="r" eaLnBrk="0" hangingPunct="0">
                <a:lnSpc>
                  <a:spcPts val="1100"/>
                </a:lnSpc>
                <a:defRPr/>
              </a:pPr>
              <a:t>‹N°›</a:t>
            </a:fld>
            <a:endParaRPr lang="en-AU" sz="900" smtClean="0">
              <a:solidFill>
                <a:srgbClr val="4157AD"/>
              </a:solidFill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eaLnBrk="0" hangingPunct="0">
              <a:defRPr/>
            </a:pPr>
            <a:endParaRPr lang="en-US">
              <a:solidFill>
                <a:srgbClr val="4157AD">
                  <a:tint val="75000"/>
                </a:srgbClr>
              </a:solidFill>
              <a:latin typeface="GE Inspi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17622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358" r:id="rId1"/>
    <p:sldLayoutId id="2147485359" r:id="rId2"/>
    <p:sldLayoutId id="2147485360" r:id="rId3"/>
    <p:sldLayoutId id="2147485361" r:id="rId4"/>
    <p:sldLayoutId id="2147485362" r:id="rId5"/>
    <p:sldLayoutId id="2147485363" r:id="rId6"/>
    <p:sldLayoutId id="2147485364" r:id="rId7"/>
    <p:sldLayoutId id="2147485365" r:id="rId8"/>
    <p:sldLayoutId id="2147485366" r:id="rId9"/>
    <p:sldLayoutId id="2147485367" r:id="rId10"/>
    <p:sldLayoutId id="2147485368" r:id="rId11"/>
    <p:sldLayoutId id="2147485369" r:id="rId12"/>
  </p:sldLayoutIdLst>
  <p:hf sldNum="0" hdr="0" dt="0"/>
  <p:txStyles>
    <p:titleStyle>
      <a:lvl1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2pPr>
      <a:lvl3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3pPr>
      <a:lvl4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4pPr>
      <a:lvl5pPr algn="l" rtl="0" eaLnBrk="0" fontAlgn="base" hangingPunct="0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5pPr>
      <a:lvl6pPr marL="4572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6pPr>
      <a:lvl7pPr marL="9144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7pPr>
      <a:lvl8pPr marL="13716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8pPr>
      <a:lvl9pPr marL="1828800" algn="l" rtl="0" fontAlgn="base">
        <a:lnSpc>
          <a:spcPct val="95000"/>
        </a:lnSpc>
        <a:spcBef>
          <a:spcPct val="0"/>
        </a:spcBef>
        <a:spcAft>
          <a:spcPct val="0"/>
        </a:spcAft>
        <a:defRPr sz="4000">
          <a:solidFill>
            <a:srgbClr val="4157AD"/>
          </a:solidFill>
          <a:latin typeface="GE Inspir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4880"/>
        </a:buClr>
        <a:defRPr sz="3200">
          <a:solidFill>
            <a:srgbClr val="4157AD"/>
          </a:solidFill>
          <a:latin typeface="+mn-lt"/>
          <a:ea typeface="+mn-ea"/>
          <a:cs typeface="+mn-cs"/>
        </a:defRPr>
      </a:lvl1pPr>
      <a:lvl2pPr marL="403225" indent="-288925" algn="l" rtl="0" eaLnBrk="0" fontAlgn="base" hangingPunct="0">
        <a:spcBef>
          <a:spcPct val="20000"/>
        </a:spcBef>
        <a:spcAft>
          <a:spcPct val="0"/>
        </a:spcAft>
        <a:buClr>
          <a:srgbClr val="004880"/>
        </a:buClr>
        <a:buFont typeface="GE Inspira" pitchFamily="34" charset="0"/>
        <a:buChar char="&gt;"/>
        <a:defRPr sz="3200">
          <a:solidFill>
            <a:srgbClr val="4157AD"/>
          </a:solidFill>
          <a:latin typeface="+mn-lt"/>
        </a:defRPr>
      </a:lvl2pPr>
      <a:lvl3pPr marL="857250" indent="-277813" algn="l" rtl="0" eaLnBrk="0" fontAlgn="base" hangingPunct="0">
        <a:spcBef>
          <a:spcPct val="20000"/>
        </a:spcBef>
        <a:spcAft>
          <a:spcPct val="0"/>
        </a:spcAft>
        <a:buClr>
          <a:srgbClr val="004880"/>
        </a:buClr>
        <a:buChar char="–"/>
        <a:defRPr sz="3200">
          <a:solidFill>
            <a:srgbClr val="4157AD"/>
          </a:solidFill>
          <a:latin typeface="+mn-lt"/>
        </a:defRPr>
      </a:lvl3pPr>
      <a:lvl4pPr marL="1255713" indent="-284163" algn="l" rtl="0" eaLnBrk="0" fontAlgn="base" hangingPunct="0">
        <a:spcBef>
          <a:spcPct val="20000"/>
        </a:spcBef>
        <a:spcAft>
          <a:spcPct val="0"/>
        </a:spcAft>
        <a:buClr>
          <a:srgbClr val="004880"/>
        </a:buClr>
        <a:buFont typeface="Times"/>
        <a:buChar char="•"/>
        <a:defRPr sz="3200">
          <a:solidFill>
            <a:srgbClr val="4157AD"/>
          </a:solidFill>
          <a:latin typeface="+mn-lt"/>
        </a:defRPr>
      </a:lvl4pPr>
      <a:lvl5pPr marL="1658938" indent="-288925" algn="l" rtl="0" eaLnBrk="0" fontAlgn="base" hangingPunct="0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5pPr>
      <a:lvl6pPr marL="21161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6pPr>
      <a:lvl7pPr marL="25733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7pPr>
      <a:lvl8pPr marL="30305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8pPr>
      <a:lvl9pPr marL="3487738" indent="-288925" algn="l" rtl="0" fontAlgn="base">
        <a:spcBef>
          <a:spcPct val="20000"/>
        </a:spcBef>
        <a:spcAft>
          <a:spcPct val="0"/>
        </a:spcAft>
        <a:buClr>
          <a:srgbClr val="004880"/>
        </a:buClr>
        <a:buChar char="»"/>
        <a:defRPr sz="3200">
          <a:solidFill>
            <a:srgbClr val="4157AD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71.xml"/><Relationship Id="rId1" Type="http://schemas.openxmlformats.org/officeDocument/2006/relationships/tags" Target="../tags/tag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6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7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itle 1"/>
          <p:cNvSpPr>
            <a:spLocks noGrp="1"/>
          </p:cNvSpPr>
          <p:nvPr>
            <p:ph type="ctrTitle" sz="quarter"/>
          </p:nvPr>
        </p:nvSpPr>
        <p:spPr>
          <a:xfrm>
            <a:off x="344488" y="263525"/>
            <a:ext cx="8401050" cy="1395413"/>
          </a:xfrm>
        </p:spPr>
        <p:txBody>
          <a:bodyPr/>
          <a:lstStyle/>
          <a:p>
            <a:pPr eaLnBrk="1" hangingPunct="1"/>
            <a:r>
              <a:rPr lang="en-US" sz="4400" dirty="0" smtClean="0"/>
              <a:t>Software Governance</a:t>
            </a:r>
            <a:br>
              <a:rPr lang="en-US" sz="4400" dirty="0" smtClean="0"/>
            </a:br>
            <a:r>
              <a:rPr lang="en-US" sz="4400" dirty="0" smtClean="0"/>
              <a:t>GE Capital International</a:t>
            </a:r>
          </a:p>
        </p:txBody>
      </p:sp>
      <p:sp>
        <p:nvSpPr>
          <p:cNvPr id="167939" name="Subtitle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pPr marL="0" indent="0" eaLnBrk="1" hangingPunct="1"/>
            <a:r>
              <a:rPr lang="en-US" sz="4400" dirty="0" smtClean="0"/>
              <a:t>EARL Implementation – all software audit – EMRG France</a:t>
            </a:r>
          </a:p>
        </p:txBody>
      </p:sp>
      <p:sp>
        <p:nvSpPr>
          <p:cNvPr id="167940" name="Text Box 8"/>
          <p:cNvSpPr txBox="1">
            <a:spLocks noChangeArrowheads="1"/>
          </p:cNvSpPr>
          <p:nvPr/>
        </p:nvSpPr>
        <p:spPr bwMode="gray">
          <a:xfrm>
            <a:off x="344488" y="3622675"/>
            <a:ext cx="1335045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 dirty="0" smtClean="0">
                <a:solidFill>
                  <a:srgbClr val="1E4191"/>
                </a:solidFill>
              </a:rPr>
              <a:t>Jan 30, 2014</a:t>
            </a:r>
            <a:endParaRPr lang="en-US" sz="1600" b="1" dirty="0">
              <a:solidFill>
                <a:srgbClr val="1E4191"/>
              </a:solidFill>
            </a:endParaRPr>
          </a:p>
        </p:txBody>
      </p:sp>
      <p:sp>
        <p:nvSpPr>
          <p:cNvPr id="167941" name="Text Box 8"/>
          <p:cNvSpPr txBox="1">
            <a:spLocks noChangeArrowheads="1"/>
          </p:cNvSpPr>
          <p:nvPr/>
        </p:nvSpPr>
        <p:spPr bwMode="gray">
          <a:xfrm>
            <a:off x="344488" y="4343400"/>
            <a:ext cx="19625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eaLnBrk="1" hangingPunct="1"/>
            <a:r>
              <a:rPr lang="en-US" sz="1600" b="1" dirty="0">
                <a:solidFill>
                  <a:srgbClr val="1E4191"/>
                </a:solidFill>
              </a:rPr>
              <a:t>For discussion with</a:t>
            </a:r>
          </a:p>
          <a:p>
            <a:pPr eaLnBrk="1" hangingPunct="1"/>
            <a:r>
              <a:rPr lang="en-US" sz="1600" dirty="0" smtClean="0">
                <a:solidFill>
                  <a:srgbClr val="1E4191"/>
                </a:solidFill>
              </a:rPr>
              <a:t>EMRG France SGLs</a:t>
            </a:r>
            <a:endParaRPr lang="en-US" sz="1600" dirty="0">
              <a:solidFill>
                <a:srgbClr val="1E4191"/>
              </a:solidFill>
            </a:endParaRPr>
          </a:p>
        </p:txBody>
      </p:sp>
      <p:pic>
        <p:nvPicPr>
          <p:cNvPr id="7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085" y="4235450"/>
            <a:ext cx="5948915" cy="262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0" y="6134100"/>
            <a:ext cx="2514600" cy="723900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4099" name="Rectangle 21"/>
          <p:cNvSpPr>
            <a:spLocks noChangeArrowheads="1"/>
          </p:cNvSpPr>
          <p:nvPr/>
        </p:nvSpPr>
        <p:spPr bwMode="auto">
          <a:xfrm>
            <a:off x="190500" y="112713"/>
            <a:ext cx="9029700" cy="438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 defTabSz="457200">
              <a:lnSpc>
                <a:spcPct val="90000"/>
              </a:lnSpc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dirty="0"/>
              <a:t>Software Governance Mission Statement</a:t>
            </a:r>
          </a:p>
        </p:txBody>
      </p:sp>
      <p:pic>
        <p:nvPicPr>
          <p:cNvPr id="4100" name="Picture 2" descr="http://t2.gstatic.com/images?q=tbn:ANd9GcSNjljk3tzkqTiNKvFRkChYOZh1GkGZR1w6MblNVjON6tXU1qsCkQ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75" y="903288"/>
            <a:ext cx="9091613" cy="517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TextBox 1"/>
          <p:cNvSpPr txBox="1">
            <a:spLocks noChangeArrowheads="1"/>
          </p:cNvSpPr>
          <p:nvPr/>
        </p:nvSpPr>
        <p:spPr bwMode="auto">
          <a:xfrm rot="-733708">
            <a:off x="2330450" y="2400300"/>
            <a:ext cx="3784600" cy="2247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 algn="ctr"/>
            <a:r>
              <a:rPr lang="en-US" sz="2800" dirty="0"/>
              <a:t>To mitigate risk of license</a:t>
            </a:r>
          </a:p>
          <a:p>
            <a:pPr algn="ctr"/>
            <a:r>
              <a:rPr lang="en-US" sz="2800" dirty="0"/>
              <a:t> non-compliance while optimizing software investment.</a:t>
            </a:r>
          </a:p>
        </p:txBody>
      </p:sp>
    </p:spTree>
    <p:extLst>
      <p:ext uri="{BB962C8B-B14F-4D97-AF65-F5344CB8AC3E}">
        <p14:creationId xmlns:p14="http://schemas.microsoft.com/office/powerpoint/2010/main" val="2248913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330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357188"/>
            <a:ext cx="8788400" cy="1276350"/>
          </a:xfrm>
        </p:spPr>
        <p:txBody>
          <a:bodyPr/>
          <a:lstStyle/>
          <a:p>
            <a:r>
              <a:rPr lang="en-US" dirty="0"/>
              <a:t>Business Go live </a:t>
            </a:r>
            <a:r>
              <a:rPr lang="en-US" dirty="0" smtClean="0"/>
              <a:t>plan for EARL</a:t>
            </a:r>
            <a:endParaRPr lang="en-US" dirty="0"/>
          </a:p>
        </p:txBody>
      </p:sp>
      <p:sp>
        <p:nvSpPr>
          <p:cNvPr id="995331" name="AutoShape 3"/>
          <p:cNvSpPr>
            <a:spLocks noChangeArrowheads="1"/>
          </p:cNvSpPr>
          <p:nvPr/>
        </p:nvSpPr>
        <p:spPr bwMode="auto">
          <a:xfrm>
            <a:off x="1333500" y="3130550"/>
            <a:ext cx="1666875" cy="768350"/>
          </a:xfrm>
          <a:prstGeom prst="homePlate">
            <a:avLst>
              <a:gd name="adj" fmla="val 542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sz="1200" dirty="0">
                <a:solidFill>
                  <a:schemeClr val="bg1"/>
                </a:solidFill>
                <a:latin typeface="+mj-lt"/>
              </a:rPr>
              <a:t>Getting access to </a:t>
            </a:r>
            <a:endParaRPr lang="en-US" sz="1200" dirty="0" smtClean="0">
              <a:solidFill>
                <a:schemeClr val="bg1"/>
              </a:solidFill>
              <a:latin typeface="+mj-lt"/>
            </a:endParaRPr>
          </a:p>
          <a:p>
            <a:pPr algn="ctr"/>
            <a:r>
              <a:rPr lang="en-US" sz="1200" dirty="0" smtClean="0">
                <a:solidFill>
                  <a:schemeClr val="bg1"/>
                </a:solidFill>
                <a:latin typeface="+mj-lt"/>
              </a:rPr>
              <a:t>Procurement 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5332" name="AutoShape 4"/>
          <p:cNvSpPr>
            <a:spLocks noChangeArrowheads="1"/>
          </p:cNvSpPr>
          <p:nvPr/>
        </p:nvSpPr>
        <p:spPr bwMode="auto">
          <a:xfrm>
            <a:off x="2671763" y="3130550"/>
            <a:ext cx="1571625" cy="768350"/>
          </a:xfrm>
          <a:prstGeom prst="chevron">
            <a:avLst>
              <a:gd name="adj" fmla="val 511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14300" algn="ctr"/>
            <a:r>
              <a:rPr lang="en-US" sz="1200" dirty="0">
                <a:solidFill>
                  <a:schemeClr val="bg1"/>
                </a:solidFill>
                <a:latin typeface="+mj-lt"/>
              </a:rPr>
              <a:t>   F</a:t>
            </a:r>
            <a:r>
              <a:rPr lang="en-US" sz="1200" dirty="0" smtClean="0">
                <a:solidFill>
                  <a:schemeClr val="bg1"/>
                </a:solidFill>
                <a:latin typeface="+mj-lt"/>
              </a:rPr>
              <a:t>ull Client </a:t>
            </a:r>
          </a:p>
          <a:p>
            <a:pPr marL="114300" algn="ctr"/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Software </a:t>
            </a:r>
          </a:p>
          <a:p>
            <a:pPr marL="114300" algn="ctr"/>
            <a:r>
              <a:rPr lang="en-US" sz="1200" dirty="0" smtClean="0">
                <a:solidFill>
                  <a:schemeClr val="bg1"/>
                </a:solidFill>
                <a:latin typeface="+mj-lt"/>
              </a:rPr>
              <a:t>Audit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5333" name="AutoShape 5"/>
          <p:cNvSpPr>
            <a:spLocks noChangeArrowheads="1"/>
          </p:cNvSpPr>
          <p:nvPr/>
        </p:nvSpPr>
        <p:spPr bwMode="auto">
          <a:xfrm>
            <a:off x="3929063" y="3130550"/>
            <a:ext cx="1571625" cy="768350"/>
          </a:xfrm>
          <a:prstGeom prst="chevron">
            <a:avLst>
              <a:gd name="adj" fmla="val 511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114300" algn="ctr"/>
            <a:r>
              <a:rPr lang="en-US" sz="1200" dirty="0">
                <a:solidFill>
                  <a:schemeClr val="bg1"/>
                </a:solidFill>
                <a:latin typeface="+mj-lt"/>
              </a:rPr>
              <a:t>Develop </a:t>
            </a:r>
          </a:p>
          <a:p>
            <a:pPr marL="114300" algn="ctr"/>
            <a:r>
              <a:rPr lang="en-US" sz="1200" dirty="0">
                <a:solidFill>
                  <a:schemeClr val="bg1"/>
                </a:solidFill>
                <a:latin typeface="+mj-lt"/>
              </a:rPr>
              <a:t>Processes</a:t>
            </a:r>
          </a:p>
        </p:txBody>
      </p:sp>
      <p:sp>
        <p:nvSpPr>
          <p:cNvPr id="995334" name="AutoShape 6"/>
          <p:cNvSpPr>
            <a:spLocks noChangeArrowheads="1"/>
          </p:cNvSpPr>
          <p:nvPr/>
        </p:nvSpPr>
        <p:spPr bwMode="auto">
          <a:xfrm>
            <a:off x="5197475" y="3130550"/>
            <a:ext cx="1571625" cy="768350"/>
          </a:xfrm>
          <a:prstGeom prst="chevron">
            <a:avLst>
              <a:gd name="adj" fmla="val 511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228600" indent="114300" algn="ctr"/>
            <a:r>
              <a:rPr lang="en-US" sz="1200" dirty="0">
                <a:solidFill>
                  <a:schemeClr val="bg1"/>
                </a:solidFill>
                <a:latin typeface="+mj-lt"/>
              </a:rPr>
              <a:t>Educate</a:t>
            </a:r>
          </a:p>
          <a:p>
            <a:pPr marL="228600" indent="114300" algn="ctr"/>
            <a:r>
              <a:rPr lang="en-US" sz="1200" dirty="0">
                <a:solidFill>
                  <a:schemeClr val="bg1"/>
                </a:solidFill>
                <a:latin typeface="+mj-lt"/>
              </a:rPr>
              <a:t>Institutionalize</a:t>
            </a:r>
          </a:p>
          <a:p>
            <a:pPr marL="228600" indent="114300" algn="ctr"/>
            <a:r>
              <a:rPr lang="en-US" sz="1200" dirty="0" smtClean="0">
                <a:solidFill>
                  <a:schemeClr val="bg1"/>
                </a:solidFill>
                <a:latin typeface="+mj-lt"/>
              </a:rPr>
              <a:t>Communicate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5335" name="AutoShape 7"/>
          <p:cNvSpPr>
            <a:spLocks/>
          </p:cNvSpPr>
          <p:nvPr/>
        </p:nvSpPr>
        <p:spPr bwMode="auto">
          <a:xfrm>
            <a:off x="5829300" y="2079624"/>
            <a:ext cx="2325688" cy="854075"/>
          </a:xfrm>
          <a:prstGeom prst="borderCallout1">
            <a:avLst>
              <a:gd name="adj1" fmla="val 16069"/>
              <a:gd name="adj2" fmla="val -3278"/>
              <a:gd name="adj3" fmla="val 161162"/>
              <a:gd name="adj4" fmla="val -5078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EARL Development, testing, integration</a:t>
            </a:r>
            <a:endParaRPr lang="en-US" sz="1200" b="1" dirty="0">
              <a:solidFill>
                <a:schemeClr val="bg1"/>
              </a:solidFill>
              <a:latin typeface="+mj-lt"/>
            </a:endParaRPr>
          </a:p>
          <a:p>
            <a:r>
              <a:rPr lang="en-US" sz="1200" dirty="0">
                <a:solidFill>
                  <a:schemeClr val="bg1"/>
                </a:solidFill>
                <a:latin typeface="+mj-lt"/>
              </a:rPr>
              <a:t>Embed </a:t>
            </a:r>
            <a:r>
              <a:rPr lang="en-US" sz="1200" dirty="0" smtClean="0">
                <a:solidFill>
                  <a:schemeClr val="bg1"/>
                </a:solidFill>
                <a:latin typeface="+mj-lt"/>
              </a:rPr>
              <a:t>SW  </a:t>
            </a:r>
            <a:r>
              <a:rPr lang="en-US" sz="1200" dirty="0">
                <a:solidFill>
                  <a:schemeClr val="bg1"/>
                </a:solidFill>
                <a:latin typeface="+mj-lt"/>
              </a:rPr>
              <a:t>Asset Management  into the normal BAU Operations.</a:t>
            </a:r>
          </a:p>
        </p:txBody>
      </p:sp>
      <p:sp>
        <p:nvSpPr>
          <p:cNvPr id="995336" name="AutoShape 8"/>
          <p:cNvSpPr>
            <a:spLocks/>
          </p:cNvSpPr>
          <p:nvPr/>
        </p:nvSpPr>
        <p:spPr bwMode="auto">
          <a:xfrm>
            <a:off x="344488" y="4405314"/>
            <a:ext cx="2230437" cy="730250"/>
          </a:xfrm>
          <a:prstGeom prst="borderCallout1">
            <a:avLst>
              <a:gd name="adj1" fmla="val -1103"/>
              <a:gd name="adj2" fmla="val 48186"/>
              <a:gd name="adj3" fmla="val -85180"/>
              <a:gd name="adj4" fmla="val 63272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Finance and business Buy in essential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5337" name="AutoShape 9"/>
          <p:cNvSpPr>
            <a:spLocks/>
          </p:cNvSpPr>
          <p:nvPr/>
        </p:nvSpPr>
        <p:spPr bwMode="auto">
          <a:xfrm>
            <a:off x="820738" y="2003425"/>
            <a:ext cx="1858962" cy="828675"/>
          </a:xfrm>
          <a:prstGeom prst="borderCallout1">
            <a:avLst>
              <a:gd name="adj1" fmla="val 13792"/>
              <a:gd name="adj2" fmla="val 104097"/>
              <a:gd name="adj3" fmla="val 169157"/>
              <a:gd name="adj4" fmla="val 15260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Full Clients SW Baseline and reconciliation.</a:t>
            </a:r>
          </a:p>
          <a:p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Gap Remediation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5338" name="AutoShape 10"/>
          <p:cNvSpPr>
            <a:spLocks noChangeArrowheads="1"/>
          </p:cNvSpPr>
          <p:nvPr/>
        </p:nvSpPr>
        <p:spPr bwMode="auto">
          <a:xfrm>
            <a:off x="6454775" y="3140075"/>
            <a:ext cx="1571625" cy="768350"/>
          </a:xfrm>
          <a:prstGeom prst="chevron">
            <a:avLst>
              <a:gd name="adj" fmla="val 51136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228600" indent="114300" algn="ctr"/>
            <a:r>
              <a:rPr lang="en-US" sz="1200">
                <a:solidFill>
                  <a:schemeClr val="bg1"/>
                </a:solidFill>
                <a:latin typeface="+mj-lt"/>
              </a:rPr>
              <a:t>Measure</a:t>
            </a:r>
          </a:p>
          <a:p>
            <a:pPr marL="228600" indent="114300" algn="ctr"/>
            <a:r>
              <a:rPr lang="en-US" sz="1200">
                <a:solidFill>
                  <a:schemeClr val="bg1"/>
                </a:solidFill>
                <a:latin typeface="+mj-lt"/>
              </a:rPr>
              <a:t>Monitor</a:t>
            </a:r>
          </a:p>
        </p:txBody>
      </p:sp>
      <p:sp>
        <p:nvSpPr>
          <p:cNvPr id="995339" name="AutoShape 11"/>
          <p:cNvSpPr>
            <a:spLocks/>
          </p:cNvSpPr>
          <p:nvPr/>
        </p:nvSpPr>
        <p:spPr bwMode="auto">
          <a:xfrm>
            <a:off x="3522663" y="4629150"/>
            <a:ext cx="2154237" cy="506413"/>
          </a:xfrm>
          <a:prstGeom prst="borderCallout1">
            <a:avLst>
              <a:gd name="adj1" fmla="val 22569"/>
              <a:gd name="adj2" fmla="val 103537"/>
              <a:gd name="adj3" fmla="val -169593"/>
              <a:gd name="adj4" fmla="val 12093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To helpdesk, SGL,  and end users, all actors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5340" name="AutoShape 12"/>
          <p:cNvSpPr>
            <a:spLocks/>
          </p:cNvSpPr>
          <p:nvPr/>
        </p:nvSpPr>
        <p:spPr bwMode="auto">
          <a:xfrm>
            <a:off x="4906963" y="5313362"/>
            <a:ext cx="2154237" cy="630237"/>
          </a:xfrm>
          <a:prstGeom prst="borderCallout1">
            <a:avLst>
              <a:gd name="adj1" fmla="val -3628"/>
              <a:gd name="adj2" fmla="val 52837"/>
              <a:gd name="adj3" fmla="val -253116"/>
              <a:gd name="adj4" fmla="val 11635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sz="1200" b="1" dirty="0" smtClean="0">
                <a:solidFill>
                  <a:schemeClr val="bg1"/>
                </a:solidFill>
                <a:latin typeface="+mj-lt"/>
              </a:rPr>
              <a:t>Monitor issues, address challenges, close all activities</a:t>
            </a:r>
            <a:endParaRPr lang="en-US" sz="12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95341" name="AutoShape 13"/>
          <p:cNvSpPr>
            <a:spLocks noChangeArrowheads="1"/>
          </p:cNvSpPr>
          <p:nvPr/>
        </p:nvSpPr>
        <p:spPr bwMode="auto">
          <a:xfrm>
            <a:off x="350838" y="1443038"/>
            <a:ext cx="8415337" cy="330200"/>
          </a:xfrm>
          <a:prstGeom prst="rightArrow">
            <a:avLst>
              <a:gd name="adj1" fmla="val 56731"/>
              <a:gd name="adj2" fmla="val 17733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s-ES_tradnl" sz="1200" b="1">
                <a:solidFill>
                  <a:schemeClr val="bg1"/>
                </a:solidFill>
                <a:latin typeface="+mj-lt"/>
              </a:rPr>
              <a:t>Repeatable Process on Each Business</a:t>
            </a:r>
            <a:endParaRPr lang="en-US" sz="1200" b="1">
              <a:solidFill>
                <a:schemeClr val="bg1"/>
              </a:solidFill>
              <a:latin typeface="+mj-lt"/>
            </a:endParaRPr>
          </a:p>
        </p:txBody>
      </p:sp>
      <p:sp>
        <p:nvSpPr>
          <p:cNvPr id="2" name="Oval 1"/>
          <p:cNvSpPr/>
          <p:nvPr/>
        </p:nvSpPr>
        <p:spPr bwMode="auto">
          <a:xfrm>
            <a:off x="3133725" y="3057525"/>
            <a:ext cx="914400" cy="914400"/>
          </a:xfrm>
          <a:prstGeom prst="ellipse">
            <a:avLst/>
          </a:prstGeom>
          <a:noFill/>
          <a:ln w="38100" cap="flat" cmpd="sng" algn="ctr">
            <a:solidFill>
              <a:srgbClr val="00AA5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GE Inspi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197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23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 smtClean="0"/>
              <a:t>Objectives, Process, Plan</a:t>
            </a:r>
            <a:endParaRPr lang="en-US" dirty="0"/>
          </a:p>
        </p:txBody>
      </p:sp>
      <p:pic>
        <p:nvPicPr>
          <p:cNvPr id="11" name="Picture 10" descr="GEMeatball&amp;Ta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319088" y="6088063"/>
            <a:ext cx="1608138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2633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317500" y="271463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95000"/>
              </a:lnSpc>
            </a:pPr>
            <a:r>
              <a:rPr lang="en-US" sz="4000" dirty="0" smtClean="0">
                <a:solidFill>
                  <a:srgbClr val="1E4191"/>
                </a:solidFill>
              </a:rPr>
              <a:t>Activity description</a:t>
            </a:r>
            <a:endParaRPr lang="en-US" sz="4000" dirty="0">
              <a:solidFill>
                <a:srgbClr val="1E4191"/>
              </a:solidFill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352425" y="1314450"/>
            <a:ext cx="4121150" cy="3517886"/>
          </a:xfrm>
          <a:prstGeom prst="rect">
            <a:avLst/>
          </a:prstGeom>
          <a:ln w="12700"/>
        </p:spPr>
        <p:txBody>
          <a:bodyPr>
            <a:spAutoFit/>
          </a:bodyPr>
          <a:lstStyle>
            <a:lvl1pPr algn="l" rtl="0" fontAlgn="base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Clr>
                <a:srgbClr val="004880"/>
              </a:buClr>
              <a:defRPr sz="2800">
                <a:solidFill>
                  <a:srgbClr val="1E4191"/>
                </a:solidFill>
                <a:latin typeface="+mn-lt"/>
                <a:ea typeface="+mn-ea"/>
                <a:cs typeface="+mn-cs"/>
              </a:defRPr>
            </a:lvl1pPr>
            <a:lvl2pPr marL="341313" indent="-339725" algn="l" rtl="0" fontAlgn="base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Clr>
                <a:srgbClr val="004880"/>
              </a:buClr>
              <a:buFont typeface="GE Inspira" pitchFamily="34" charset="0"/>
              <a:buChar char="•"/>
              <a:defRPr sz="2800">
                <a:solidFill>
                  <a:srgbClr val="1E4191"/>
                </a:solidFill>
                <a:latin typeface="+mn-lt"/>
              </a:defRPr>
            </a:lvl2pPr>
            <a:lvl3pPr marL="744538" indent="-288925" algn="l" rtl="0" fontAlgn="base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–"/>
              <a:defRPr sz="2800">
                <a:solidFill>
                  <a:srgbClr val="1E4191"/>
                </a:solidFill>
                <a:latin typeface="+mn-lt"/>
              </a:defRPr>
            </a:lvl3pPr>
            <a:lvl4pPr marL="1146175" indent="-287338" algn="l" rtl="0" fontAlgn="base">
              <a:lnSpc>
                <a:spcPct val="90000"/>
              </a:lnSpc>
              <a:spcBef>
                <a:spcPct val="10000"/>
              </a:spcBef>
              <a:spcAft>
                <a:spcPct val="0"/>
              </a:spcAft>
              <a:buClr>
                <a:srgbClr val="004880"/>
              </a:buClr>
              <a:buChar char="–"/>
              <a:defRPr sz="2800">
                <a:solidFill>
                  <a:srgbClr val="1E4191"/>
                </a:solidFill>
                <a:latin typeface="+mn-lt"/>
              </a:defRPr>
            </a:lvl4pPr>
            <a:lvl5pPr marL="1546225" indent="-28575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2800">
                <a:solidFill>
                  <a:srgbClr val="1E4191"/>
                </a:solidFill>
                <a:latin typeface="+mn-lt"/>
              </a:defRPr>
            </a:lvl5pPr>
            <a:lvl6pPr marL="2003425" indent="-28575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2800">
                <a:solidFill>
                  <a:srgbClr val="1E4191"/>
                </a:solidFill>
                <a:latin typeface="+mn-lt"/>
              </a:defRPr>
            </a:lvl6pPr>
            <a:lvl7pPr marL="2460625" indent="-28575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2800">
                <a:solidFill>
                  <a:srgbClr val="1E4191"/>
                </a:solidFill>
                <a:latin typeface="+mn-lt"/>
              </a:defRPr>
            </a:lvl7pPr>
            <a:lvl8pPr marL="2917825" indent="-28575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2800">
                <a:solidFill>
                  <a:srgbClr val="1E4191"/>
                </a:solidFill>
                <a:latin typeface="+mn-lt"/>
              </a:defRPr>
            </a:lvl8pPr>
            <a:lvl9pPr marL="3375025" indent="-28575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rgbClr val="004880"/>
              </a:buClr>
              <a:buChar char="–"/>
              <a:defRPr sz="2800">
                <a:solidFill>
                  <a:srgbClr val="1E4191"/>
                </a:solidFill>
                <a:latin typeface="+mn-lt"/>
              </a:defRPr>
            </a:lvl9pPr>
          </a:lstStyle>
          <a:p>
            <a:pPr>
              <a:defRPr/>
            </a:pPr>
            <a:r>
              <a:rPr lang="en-US" sz="1800" b="1" dirty="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rPr>
              <a:t>This is…</a:t>
            </a:r>
          </a:p>
          <a:p>
            <a:pPr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rPr>
              <a:t> This is a ALL Software audit activity, executed by GE Capital HQ in order to baseline the data for upload onto EARL and have minimum gaps </a:t>
            </a:r>
          </a:p>
          <a:p>
            <a:pPr>
              <a:buFontTx/>
              <a:buAutoNum type="arabicPeriod"/>
              <a:defRPr/>
            </a:pPr>
            <a:endParaRPr lang="en-US" sz="1200" dirty="0" smtClean="0"/>
          </a:p>
          <a:p>
            <a:pPr>
              <a:buFontTx/>
              <a:buAutoNum type="arabicPeriod"/>
              <a:defRPr/>
            </a:pPr>
            <a:endParaRPr lang="en-US" sz="1200" dirty="0" smtClean="0"/>
          </a:p>
          <a:p>
            <a:pPr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rPr>
              <a:t> High Level Remediation Plan – Details on Slide 9</a:t>
            </a:r>
          </a:p>
          <a:p>
            <a:pPr marL="457200" lvl="1" indent="-342900">
              <a:buFont typeface="+mj-lt"/>
              <a:buAutoNum type="alphaLcParenR"/>
              <a:defRPr/>
            </a:pPr>
            <a:r>
              <a:rPr lang="en-US" sz="1600" dirty="0">
                <a:solidFill>
                  <a:schemeClr val="tx1"/>
                </a:solidFill>
                <a:latin typeface="GE Inspira Pitch" pitchFamily="34" charset="0"/>
              </a:rPr>
              <a:t>Remove the product if </a:t>
            </a:r>
            <a:r>
              <a:rPr lang="en-US" sz="1600" dirty="0" smtClean="0">
                <a:solidFill>
                  <a:schemeClr val="tx1"/>
                </a:solidFill>
                <a:latin typeface="GE Inspira Pitch" pitchFamily="34" charset="0"/>
              </a:rPr>
              <a:t>not </a:t>
            </a:r>
            <a:r>
              <a:rPr lang="en-US" sz="1600" dirty="0">
                <a:solidFill>
                  <a:schemeClr val="tx1"/>
                </a:solidFill>
                <a:latin typeface="GE Inspira Pitch" pitchFamily="34" charset="0"/>
              </a:rPr>
              <a:t>necessary </a:t>
            </a:r>
          </a:p>
          <a:p>
            <a:pPr marL="457200" lvl="1" indent="-342900">
              <a:buFont typeface="+mj-lt"/>
              <a:buAutoNum type="alphaLcParenR"/>
              <a:defRPr/>
            </a:pPr>
            <a:r>
              <a:rPr lang="en-US" sz="1600" dirty="0">
                <a:solidFill>
                  <a:schemeClr val="tx1"/>
                </a:solidFill>
                <a:latin typeface="GE Inspira Pitch" pitchFamily="34" charset="0"/>
              </a:rPr>
              <a:t>If the product is required then</a:t>
            </a:r>
          </a:p>
          <a:p>
            <a:pPr marL="911225" lvl="2" indent="-342900">
              <a:defRPr/>
            </a:pPr>
            <a:r>
              <a:rPr lang="en-US" sz="1600" dirty="0">
                <a:solidFill>
                  <a:schemeClr val="tx1"/>
                </a:solidFill>
                <a:latin typeface="GE Inspira Pitch" pitchFamily="34" charset="0"/>
              </a:rPr>
              <a:t>Find the POE (Proof of Entitlement) and get it uploaded into EARL</a:t>
            </a:r>
          </a:p>
        </p:txBody>
      </p:sp>
      <p:sp>
        <p:nvSpPr>
          <p:cNvPr id="11" name="Rectangle 3"/>
          <p:cNvSpPr txBox="1">
            <a:spLocks noChangeArrowheads="1"/>
          </p:cNvSpPr>
          <p:nvPr/>
        </p:nvSpPr>
        <p:spPr bwMode="auto">
          <a:xfrm>
            <a:off x="4654550" y="1323975"/>
            <a:ext cx="4130675" cy="4211638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lIns="0" tIns="0" rIns="0" bIns="0"/>
          <a:lstStyle>
            <a:lvl1pPr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defRPr sz="3200">
                <a:solidFill>
                  <a:srgbClr val="4157AD"/>
                </a:solidFill>
                <a:latin typeface="+mn-lt"/>
                <a:ea typeface="+mn-ea"/>
                <a:cs typeface="+mn-cs"/>
              </a:defRPr>
            </a:lvl1pPr>
            <a:lvl2pPr marL="403225" indent="-288925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Font typeface="GE Inspira" pitchFamily="34" charset="0"/>
              <a:buChar char="&gt;"/>
              <a:defRPr sz="3200">
                <a:solidFill>
                  <a:srgbClr val="4157AD"/>
                </a:solidFill>
                <a:latin typeface="+mn-lt"/>
              </a:defRPr>
            </a:lvl2pPr>
            <a:lvl3pPr marL="857250" indent="-277813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–"/>
              <a:defRPr sz="3200">
                <a:solidFill>
                  <a:srgbClr val="4157AD"/>
                </a:solidFill>
                <a:latin typeface="+mn-lt"/>
              </a:defRPr>
            </a:lvl3pPr>
            <a:lvl4pPr marL="1255713" indent="-284163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Font typeface="Times" pitchFamily="18" charset="0"/>
              <a:buChar char="•"/>
              <a:defRPr sz="3200">
                <a:solidFill>
                  <a:srgbClr val="4157AD"/>
                </a:solidFill>
                <a:latin typeface="+mn-lt"/>
              </a:defRPr>
            </a:lvl4pPr>
            <a:lvl5pPr marL="1658938" indent="-288925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»"/>
              <a:defRPr sz="3200">
                <a:solidFill>
                  <a:srgbClr val="4157AD"/>
                </a:solidFill>
                <a:latin typeface="+mn-lt"/>
              </a:defRPr>
            </a:lvl5pPr>
            <a:lvl6pPr marL="2116138" indent="-288925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»"/>
              <a:defRPr sz="3200">
                <a:solidFill>
                  <a:srgbClr val="4157AD"/>
                </a:solidFill>
                <a:latin typeface="+mn-lt"/>
              </a:defRPr>
            </a:lvl6pPr>
            <a:lvl7pPr marL="2573338" indent="-288925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»"/>
              <a:defRPr sz="3200">
                <a:solidFill>
                  <a:srgbClr val="4157AD"/>
                </a:solidFill>
                <a:latin typeface="+mn-lt"/>
              </a:defRPr>
            </a:lvl7pPr>
            <a:lvl8pPr marL="3030538" indent="-288925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»"/>
              <a:defRPr sz="3200">
                <a:solidFill>
                  <a:srgbClr val="4157AD"/>
                </a:solidFill>
                <a:latin typeface="+mn-lt"/>
              </a:defRPr>
            </a:lvl8pPr>
            <a:lvl9pPr marL="3487738" indent="-288925" algn="l" rtl="0" fontAlgn="base">
              <a:spcBef>
                <a:spcPct val="20000"/>
              </a:spcBef>
              <a:spcAft>
                <a:spcPct val="0"/>
              </a:spcAft>
              <a:buClr>
                <a:srgbClr val="004880"/>
              </a:buClr>
              <a:buChar char="»"/>
              <a:defRPr sz="3200">
                <a:solidFill>
                  <a:srgbClr val="4157AD"/>
                </a:solidFill>
                <a:latin typeface="+mn-lt"/>
              </a:defRPr>
            </a:lvl9pPr>
          </a:lstStyle>
          <a:p>
            <a:pPr>
              <a:lnSpc>
                <a:spcPct val="90000"/>
              </a:lnSpc>
              <a:spcBef>
                <a:spcPct val="50000"/>
              </a:spcBef>
              <a:defRPr/>
            </a:pPr>
            <a:r>
              <a:rPr lang="en-US" sz="1800" b="1" dirty="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rPr>
              <a:t>This is not…</a:t>
            </a:r>
          </a:p>
          <a:p>
            <a:pPr marL="342900" indent="-342900">
              <a:lnSpc>
                <a:spcPct val="90000"/>
              </a:lnSpc>
              <a:buFontTx/>
              <a:buAutoNum type="arabicPeriod"/>
              <a:defRPr/>
            </a:pPr>
            <a:r>
              <a:rPr lang="en-US" sz="1600" dirty="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rPr>
              <a:t>This is not a Vendor audit. The vendor is not involved. </a:t>
            </a:r>
          </a:p>
          <a:p>
            <a:pPr marL="342900" indent="-342900" algn="ctr">
              <a:lnSpc>
                <a:spcPct val="90000"/>
              </a:lnSpc>
              <a:defRPr/>
            </a:pPr>
            <a:r>
              <a:rPr lang="en-US" sz="1600" dirty="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rPr>
              <a:t>** PLEASE DO NOT CONTACT THE VENDOR FOR ANY PURCHASE OR ENQUIRIES – REACH OUT TO US **</a:t>
            </a:r>
          </a:p>
          <a:p>
            <a:pPr>
              <a:lnSpc>
                <a:spcPct val="90000"/>
              </a:lnSpc>
              <a:defRPr/>
            </a:pPr>
            <a:endParaRPr lang="en-US" sz="1800" dirty="0">
              <a:solidFill>
                <a:schemeClr val="tx1"/>
              </a:solidFill>
              <a:latin typeface="GE Inspira Pitch" pitchFamily="34" charset="0"/>
              <a:cs typeface="Arial" pitchFamily="34" charset="0"/>
            </a:endParaRPr>
          </a:p>
          <a:p>
            <a:pPr>
              <a:lnSpc>
                <a:spcPct val="90000"/>
              </a:lnSpc>
              <a:defRPr/>
            </a:pPr>
            <a:endParaRPr lang="en-US" sz="1400" dirty="0" smtClean="0"/>
          </a:p>
          <a:p>
            <a:pPr>
              <a:lnSpc>
                <a:spcPct val="90000"/>
              </a:lnSpc>
              <a:defRPr/>
            </a:pPr>
            <a:r>
              <a:rPr lang="en-US" sz="1400" b="1" dirty="0" smtClean="0"/>
              <a:t> </a:t>
            </a:r>
          </a:p>
          <a:p>
            <a:pPr>
              <a:lnSpc>
                <a:spcPct val="90000"/>
              </a:lnSpc>
              <a:defRPr/>
            </a:pPr>
            <a:endParaRPr lang="en-US" sz="1400" b="1" dirty="0" smtClean="0"/>
          </a:p>
          <a:p>
            <a:pPr>
              <a:lnSpc>
                <a:spcPct val="90000"/>
              </a:lnSpc>
              <a:defRPr/>
            </a:pPr>
            <a:endParaRPr lang="en-US" sz="1400" b="1" dirty="0" smtClean="0"/>
          </a:p>
          <a:p>
            <a:pPr>
              <a:lnSpc>
                <a:spcPct val="90000"/>
              </a:lnSpc>
              <a:defRPr/>
            </a:pPr>
            <a:endParaRPr lang="en-US" sz="1400" dirty="0" smtClean="0"/>
          </a:p>
        </p:txBody>
      </p:sp>
    </p:spTree>
    <p:extLst>
      <p:ext uri="{BB962C8B-B14F-4D97-AF65-F5344CB8AC3E}">
        <p14:creationId xmlns:p14="http://schemas.microsoft.com/office/powerpoint/2010/main" val="41974906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317500" y="271463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95000"/>
              </a:lnSpc>
            </a:pPr>
            <a:r>
              <a:rPr lang="en-US" sz="4000" dirty="0" smtClean="0">
                <a:solidFill>
                  <a:srgbClr val="1E4191"/>
                </a:solidFill>
              </a:rPr>
              <a:t>In-scope /Out-of-scope</a:t>
            </a:r>
            <a:endParaRPr lang="en-US" sz="4000" dirty="0">
              <a:solidFill>
                <a:srgbClr val="1E4191"/>
              </a:solidFill>
            </a:endParaRPr>
          </a:p>
        </p:txBody>
      </p:sp>
      <p:sp>
        <p:nvSpPr>
          <p:cNvPr id="169988" name="TextBox 3"/>
          <p:cNvSpPr txBox="1">
            <a:spLocks noChangeArrowheads="1"/>
          </p:cNvSpPr>
          <p:nvPr/>
        </p:nvSpPr>
        <p:spPr bwMode="auto">
          <a:xfrm>
            <a:off x="314999" y="1950680"/>
            <a:ext cx="8559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1800" dirty="0" smtClean="0"/>
              <a:t>All desktop SW for which biz needs to locally purchase licenses</a:t>
            </a:r>
            <a:endParaRPr lang="en-US" sz="1800" dirty="0">
              <a:solidFill>
                <a:srgbClr val="1E4191"/>
              </a:solidFill>
            </a:endParaRPr>
          </a:p>
        </p:txBody>
      </p:sp>
      <p:sp>
        <p:nvSpPr>
          <p:cNvPr id="169989" name="TextBox 4"/>
          <p:cNvSpPr txBox="1">
            <a:spLocks noChangeArrowheads="1"/>
          </p:cNvSpPr>
          <p:nvPr/>
        </p:nvSpPr>
        <p:spPr bwMode="auto">
          <a:xfrm>
            <a:off x="314999" y="2790110"/>
            <a:ext cx="147829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marL="0" lvl="0" indent="0"/>
            <a:r>
              <a:rPr lang="en-US" sz="1800" b="1" dirty="0" smtClean="0"/>
              <a:t>Out of scope</a:t>
            </a:r>
            <a:endParaRPr lang="en-US" sz="1800" b="1" dirty="0"/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314999" y="3350339"/>
            <a:ext cx="85725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 smtClean="0"/>
              <a:t>All SW titles for which biz is globally licensed e.g. </a:t>
            </a:r>
            <a:r>
              <a:rPr lang="en-US" sz="1800" dirty="0" err="1" smtClean="0"/>
              <a:t>webex</a:t>
            </a:r>
            <a:r>
              <a:rPr lang="en-US" sz="1800" dirty="0" smtClean="0"/>
              <a:t> connect, outlook</a:t>
            </a:r>
            <a:endParaRPr lang="en-US" sz="1800" dirty="0"/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14999" y="3868896"/>
            <a:ext cx="291515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 smtClean="0"/>
              <a:t>Freeware/Open source</a:t>
            </a:r>
            <a:endParaRPr lang="en-US" sz="1800" dirty="0"/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314999" y="4391025"/>
            <a:ext cx="20054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 smtClean="0"/>
              <a:t>Macs, servers</a:t>
            </a:r>
            <a:endParaRPr lang="en-US" sz="1800" dirty="0"/>
          </a:p>
        </p:txBody>
      </p:sp>
      <p:sp>
        <p:nvSpPr>
          <p:cNvPr id="13" name="TextBox 3"/>
          <p:cNvSpPr txBox="1">
            <a:spLocks noChangeArrowheads="1"/>
          </p:cNvSpPr>
          <p:nvPr/>
        </p:nvSpPr>
        <p:spPr bwMode="auto">
          <a:xfrm>
            <a:off x="304800" y="1371600"/>
            <a:ext cx="8559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marL="0" indent="0"/>
            <a:r>
              <a:rPr lang="en-US" sz="1800" b="1" dirty="0" smtClean="0"/>
              <a:t>In-scope</a:t>
            </a:r>
            <a:endParaRPr lang="en-US" sz="1800" b="1" dirty="0">
              <a:solidFill>
                <a:srgbClr val="1E419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473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355600" y="52388"/>
            <a:ext cx="8459788" cy="438150"/>
          </a:xfrm>
        </p:spPr>
        <p:txBody>
          <a:bodyPr>
            <a:spAutoFit/>
          </a:bodyPr>
          <a:lstStyle/>
          <a:p>
            <a:pPr eaLnBrk="1" hangingPunct="1"/>
            <a:r>
              <a:rPr lang="en-US" altLang="en-US" sz="3000" smtClean="0"/>
              <a:t>Capital EMRG France Recon Summary</a:t>
            </a:r>
          </a:p>
        </p:txBody>
      </p:sp>
      <p:sp>
        <p:nvSpPr>
          <p:cNvPr id="6147" name="Rectangle 4"/>
          <p:cNvSpPr>
            <a:spLocks noChangeArrowheads="1"/>
          </p:cNvSpPr>
          <p:nvPr/>
        </p:nvSpPr>
        <p:spPr bwMode="auto">
          <a:xfrm>
            <a:off x="10039350" y="-342900"/>
            <a:ext cx="4572000" cy="79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</a:pPr>
            <a:endParaRPr lang="en-US" altLang="en-US" sz="2000" smtClean="0">
              <a:solidFill>
                <a:srgbClr val="FF0000"/>
              </a:solidFill>
              <a:latin typeface="GE Inspira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</a:pPr>
            <a:endParaRPr lang="en-US" altLang="en-US" sz="2000" smtClean="0">
              <a:solidFill>
                <a:srgbClr val="FF0000"/>
              </a:solidFill>
              <a:latin typeface="GE Inspira" pitchFamily="34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>
                <a:solidFill>
                  <a:srgbClr val="4157AD">
                    <a:tint val="75000"/>
                  </a:srgbClr>
                </a:solidFill>
              </a:rPr>
              <a:t>Classification: GE Internal</a:t>
            </a:r>
            <a:endParaRPr lang="en-US" dirty="0">
              <a:solidFill>
                <a:srgbClr val="4157AD">
                  <a:tint val="75000"/>
                </a:srgbClr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68313" y="585788"/>
          <a:ext cx="8208962" cy="55102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4800"/>
                <a:gridCol w="4391024"/>
                <a:gridCol w="1105084"/>
                <a:gridCol w="1474829"/>
                <a:gridCol w="933225"/>
              </a:tblGrid>
              <a:tr h="753012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chemeClr val="bg1"/>
                          </a:solidFill>
                          <a:effectLst/>
                          <a:latin typeface="Captivate"/>
                        </a:rPr>
                        <a:t>#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ptivate"/>
                      </a:endParaRPr>
                    </a:p>
                  </a:txBody>
                  <a:tcPr marL="6179" marR="6179" marT="6012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Business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ptivate"/>
                      </a:endParaRPr>
                    </a:p>
                  </a:txBody>
                  <a:tcPr marL="6179" marR="6179" marT="6012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 Compliance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ptivate"/>
                      </a:endParaRPr>
                    </a:p>
                  </a:txBody>
                  <a:tcPr marL="6179" marR="6179" marT="6012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Out of </a:t>
                      </a:r>
                      <a:r>
                        <a:rPr lang="en-US" sz="1100" b="1" u="none" strike="noStrike" dirty="0" smtClean="0">
                          <a:solidFill>
                            <a:schemeClr val="bg1"/>
                          </a:solidFill>
                          <a:effectLst/>
                        </a:rPr>
                        <a:t>Compliance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ptivate"/>
                      </a:endParaRPr>
                    </a:p>
                  </a:txBody>
                  <a:tcPr marL="6179" marR="6179" marT="6012" marB="0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Financial Exposure</a:t>
                      </a:r>
                      <a:endParaRPr 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Captivate"/>
                      </a:endParaRPr>
                    </a:p>
                  </a:txBody>
                  <a:tcPr marL="6179" marR="6179" marT="6012" marB="0" anchor="ctr">
                    <a:solidFill>
                      <a:schemeClr val="tx1"/>
                    </a:solidFill>
                  </a:tcPr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Oracle Corporation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54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$4,270.00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IBM Corporation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29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Microsoft Corporation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31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26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$14,479.98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ReadSoft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18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Ascential Software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IDM Computer Solutions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$703.12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Adobe Systems Incorporated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9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$1,736.28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Patrick M. Kolla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$97.93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SAS Institute Inc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$5,698.00 </a:t>
                      </a:r>
                    </a:p>
                  </a:txBody>
                  <a:tcPr marL="9525" marR="9525" marT="9525" marB="0"/>
                </a:tc>
              </a:tr>
              <a:tr h="208149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Vmware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Wave Systems Corp.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7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CA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RARSoft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4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$100.24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JD Stuart Ltd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$1.770.00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WinZip Computing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3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$89.85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ACL Services Ltd.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NTP Software 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HTMLKit.com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$59.00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 dirty="0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Hummingbird Ltd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$499.52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Ontrack Data Recovery, Inc.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$149.00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QLogic Corporation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Splunk Inc.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Sysinternals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1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188026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  <a:endParaRPr lang="en-US" sz="9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Attachmate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2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0</a:t>
                      </a: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US" sz="900" b="0" i="0" u="none" strike="noStrike" dirty="0">
                          <a:solidFill>
                            <a:srgbClr val="4157AD"/>
                          </a:solidFill>
                          <a:effectLst/>
                          <a:latin typeface="GE Inspira"/>
                        </a:rPr>
                        <a:t>$0.00 </a:t>
                      </a:r>
                    </a:p>
                  </a:txBody>
                  <a:tcPr marL="9525" marR="9525" marT="9525" marB="0"/>
                </a:tc>
              </a:tr>
              <a:tr h="22446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1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1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Grand Total</a:t>
                      </a:r>
                    </a:p>
                  </a:txBody>
                  <a:tcPr marL="6179" marR="6179" marT="6012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en-US" sz="11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212</a:t>
                      </a:r>
                      <a:endParaRPr lang="en-US" sz="11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100" b="1" u="none" strike="noStrike" kern="1200" dirty="0" smtClean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$29,652.92</a:t>
                      </a:r>
                      <a:endParaRPr lang="en-US" sz="1100" b="1" u="none" strike="noStrike" kern="1200" dirty="0"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179" marR="6179" marT="6012" marB="0" anchor="b">
                    <a:solidFill>
                      <a:schemeClr val="tx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4253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 Box 2"/>
          <p:cNvSpPr txBox="1">
            <a:spLocks noChangeArrowheads="1"/>
          </p:cNvSpPr>
          <p:nvPr/>
        </p:nvSpPr>
        <p:spPr bwMode="auto">
          <a:xfrm>
            <a:off x="246063" y="209550"/>
            <a:ext cx="9126537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AU" altLang="en-US" sz="4000"/>
              <a:t>Milestones</a:t>
            </a:r>
            <a:endParaRPr lang="en-AU" altLang="en-US" sz="4000" baseline="30000"/>
          </a:p>
        </p:txBody>
      </p:sp>
      <p:sp>
        <p:nvSpPr>
          <p:cNvPr id="4099" name="Text Box 3"/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0" y="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endParaRPr lang="fr-FR" altLang="en-US"/>
          </a:p>
        </p:txBody>
      </p:sp>
      <p:sp>
        <p:nvSpPr>
          <p:cNvPr id="4100" name="AutoShape 4"/>
          <p:cNvSpPr>
            <a:spLocks noChangeArrowheads="1"/>
          </p:cNvSpPr>
          <p:nvPr/>
        </p:nvSpPr>
        <p:spPr bwMode="auto">
          <a:xfrm>
            <a:off x="325438" y="1233488"/>
            <a:ext cx="8415337" cy="330200"/>
          </a:xfrm>
          <a:prstGeom prst="rightArrow">
            <a:avLst>
              <a:gd name="adj1" fmla="val 56731"/>
              <a:gd name="adj2" fmla="val 177337"/>
            </a:avLst>
          </a:prstGeom>
          <a:solidFill>
            <a:srgbClr val="3C7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altLang="en-US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1076325" y="7620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endParaRPr lang="fr-FR" altLang="en-US"/>
          </a:p>
        </p:txBody>
      </p:sp>
      <p:graphicFrame>
        <p:nvGraphicFramePr>
          <p:cNvPr id="1032198" name="Group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549085"/>
              </p:ext>
            </p:extLst>
          </p:nvPr>
        </p:nvGraphicFramePr>
        <p:xfrm>
          <a:off x="325438" y="1881188"/>
          <a:ext cx="8696325" cy="4020226"/>
        </p:xfrm>
        <a:graphic>
          <a:graphicData uri="http://schemas.openxmlformats.org/drawingml/2006/table">
            <a:tbl>
              <a:tblPr/>
              <a:tblGrid>
                <a:gridCol w="341312"/>
                <a:gridCol w="1495425"/>
                <a:gridCol w="866775"/>
                <a:gridCol w="790575"/>
                <a:gridCol w="685800"/>
                <a:gridCol w="3693485"/>
                <a:gridCol w="822953"/>
              </a:tblGrid>
              <a:tr h="3350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 Inspira" pitchFamily="34" charset="0"/>
                        </a:rPr>
                        <a:t>N°</a:t>
                      </a:r>
                    </a:p>
                  </a:txBody>
                  <a:tcPr marL="91446" marR="91446" marT="45811" marB="458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 Inspira" pitchFamily="34" charset="0"/>
                        </a:rPr>
                        <a:t>Steps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 Inspira" pitchFamily="34" charset="0"/>
                        </a:rPr>
                        <a:t>Who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 Inspira" pitchFamily="34" charset="0"/>
                        </a:rPr>
                        <a:t>Start Date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 Inspira" pitchFamily="34" charset="0"/>
                        </a:rPr>
                        <a:t>Deadline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 Inspira" pitchFamily="34" charset="0"/>
                        </a:rPr>
                        <a:t>Main tasks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GE Inspira" pitchFamily="34" charset="0"/>
                        </a:rPr>
                        <a:t>Duration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/>
                    </a:solidFill>
                  </a:tcPr>
                </a:tc>
              </a:tr>
              <a:tr h="563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1</a:t>
                      </a:r>
                    </a:p>
                  </a:txBody>
                  <a:tcPr marL="91446" marR="91446" marT="45811" marB="458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Business engagement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Cap Intl HQ &amp; Business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(27/1)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(27/1)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EARL Kick off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Sharing ALL SW audit report to business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157AD"/>
                        </a:solidFill>
                        <a:effectLst/>
                        <a:latin typeface="GE Inspira" pitchFamily="34" charset="0"/>
                      </a:endParaRP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Week 1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493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2</a:t>
                      </a:r>
                    </a:p>
                  </a:txBody>
                  <a:tcPr marL="91446" marR="91446" marT="45811" marB="458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POE upload/Uninstall/ Purchase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Business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W1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(27/1)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(28/4)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Biz targets </a:t>
                      </a: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4 out of 24 </a:t>
                      </a:r>
                      <a:r>
                        <a:rPr kumimoji="0" lang="en-GB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sw</a:t>
                      </a:r>
                      <a:r>
                        <a:rPr kumimoji="0" lang="en-GB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titles  every 2 weeks </a:t>
                      </a: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to complete remediation</a:t>
                      </a: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In each 2-week cycle: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       a) Biz  uploads existing POE onto EARL for each </a:t>
                      </a:r>
                      <a:r>
                        <a:rPr kumimoji="0" lang="en-GB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sw</a:t>
                      </a:r>
                      <a:endParaRPr kumimoji="0" lang="en-GB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157AD"/>
                        </a:solidFill>
                        <a:effectLst/>
                        <a:latin typeface="GE Inspira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       b) If POE not available, biz uninstalls/ purchases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       c) Biz confirms Audit team that remediation done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       </a:t>
                      </a:r>
                      <a:r>
                        <a:rPr kumimoji="0" lang="en-GB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d) Audit team reviews the remediation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       e) If gaps </a:t>
                      </a:r>
                      <a:r>
                        <a:rPr kumimoji="0" lang="en-US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present, business to remediate till zero gaps. </a:t>
                      </a:r>
                      <a:r>
                        <a:rPr kumimoji="0" lang="en-US" sz="1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Goto</a:t>
                      </a:r>
                      <a:r>
                        <a:rPr kumimoji="0" lang="en-US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(a)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       f)  If no gaps, Audit team sends closure request to GECC for the particular </a:t>
                      </a:r>
                      <a:r>
                        <a:rPr kumimoji="0" lang="en-US" sz="1000" b="0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sw</a:t>
                      </a:r>
                      <a:endParaRPr kumimoji="0" lang="en-GB" sz="1000" b="0" i="1" u="none" strike="noStrike" cap="none" normalizeH="0" baseline="0" dirty="0" smtClean="0">
                        <a:ln>
                          <a:noFill/>
                        </a:ln>
                        <a:solidFill>
                          <a:srgbClr val="4157AD"/>
                        </a:solidFill>
                        <a:effectLst/>
                        <a:latin typeface="GE Inspira" pitchFamily="34" charset="0"/>
                      </a:endParaRP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Week 1 - Week 12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6354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3</a:t>
                      </a:r>
                    </a:p>
                  </a:txBody>
                  <a:tcPr marL="91446" marR="91446" marT="45811" marB="458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Continuous remediation review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Cap Intl HQ 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(3/2)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(28/4)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endParaRPr kumimoji="0" lang="fr-F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157AD"/>
                        </a:solidFill>
                        <a:effectLst/>
                        <a:latin typeface="GE Inspira" pitchFamily="34" charset="0"/>
                      </a:endParaRP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Audit Team performs recon every 2 weeks for each target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sw</a:t>
                      </a:r>
                      <a:endParaRPr kumimoji="0" 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4157AD"/>
                        </a:solidFill>
                        <a:effectLst/>
                        <a:latin typeface="GE Inspira" pitchFamily="34" charset="0"/>
                      </a:endParaRPr>
                    </a:p>
                    <a:p>
                      <a:pPr marL="228600" marR="0" lvl="0" indent="-2286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If gaps present, business to remediate till zero gaps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Week 2 - Week 12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500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4</a:t>
                      </a:r>
                    </a:p>
                  </a:txBody>
                  <a:tcPr marL="91446" marR="91446" marT="45811" marB="4581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Capital HQ review for closure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Cap Intl HQ, Capital HQ &amp; Business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(3/2)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W12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(28/4)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GECC to perform final review before closure for each </a:t>
                      </a:r>
                      <a:r>
                        <a:rPr kumimoji="0" 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sw</a:t>
                      </a: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 title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This will constitute as baseline data for upload onto Earl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004880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0" lang="en-GB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4157AD"/>
                          </a:solidFill>
                          <a:effectLst/>
                          <a:latin typeface="GE Inspira" pitchFamily="34" charset="0"/>
                        </a:rPr>
                        <a:t>Week 2 - Week 12</a:t>
                      </a:r>
                    </a:p>
                  </a:txBody>
                  <a:tcPr marL="91446" marR="91446" marT="45811" marB="4581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152" name="Text Box 64"/>
          <p:cNvSpPr txBox="1">
            <a:spLocks noChangeArrowheads="1"/>
          </p:cNvSpPr>
          <p:nvPr/>
        </p:nvSpPr>
        <p:spPr bwMode="auto">
          <a:xfrm>
            <a:off x="241300" y="1262063"/>
            <a:ext cx="863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GB" altLang="en-US" sz="1200" b="1">
                <a:solidFill>
                  <a:schemeClr val="bg1"/>
                </a:solidFill>
              </a:rPr>
              <a:t>Wk1(27/1)</a:t>
            </a:r>
          </a:p>
        </p:txBody>
      </p:sp>
      <p:sp>
        <p:nvSpPr>
          <p:cNvPr id="4153" name="Text Box 67"/>
          <p:cNvSpPr txBox="1">
            <a:spLocks noChangeArrowheads="1"/>
          </p:cNvSpPr>
          <p:nvPr/>
        </p:nvSpPr>
        <p:spPr bwMode="auto">
          <a:xfrm>
            <a:off x="7621588" y="1271588"/>
            <a:ext cx="4889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GB" altLang="en-US" sz="1200" b="1">
                <a:solidFill>
                  <a:schemeClr val="bg1"/>
                </a:solidFill>
              </a:rPr>
              <a:t>28/4</a:t>
            </a:r>
          </a:p>
        </p:txBody>
      </p:sp>
      <p:sp>
        <p:nvSpPr>
          <p:cNvPr id="4154" name="AutoShape 68"/>
          <p:cNvSpPr>
            <a:spLocks noChangeArrowheads="1"/>
          </p:cNvSpPr>
          <p:nvPr/>
        </p:nvSpPr>
        <p:spPr bwMode="auto">
          <a:xfrm rot="10800251">
            <a:off x="485775" y="914400"/>
            <a:ext cx="331788" cy="319088"/>
          </a:xfrm>
          <a:prstGeom prst="flowChartExtract">
            <a:avLst/>
          </a:prstGeom>
          <a:solidFill>
            <a:srgbClr val="CC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r>
              <a:rPr lang="fr-FR" altLang="en-US" sz="1800" b="1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4155" name="Line 71"/>
          <p:cNvSpPr>
            <a:spLocks noChangeShapeType="1"/>
          </p:cNvSpPr>
          <p:nvPr/>
        </p:nvSpPr>
        <p:spPr bwMode="auto">
          <a:xfrm flipV="1">
            <a:off x="1651000" y="1060450"/>
            <a:ext cx="6215063" cy="0"/>
          </a:xfrm>
          <a:prstGeom prst="line">
            <a:avLst/>
          </a:prstGeom>
          <a:noFill/>
          <a:ln w="9525">
            <a:solidFill>
              <a:srgbClr val="EA1A04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6" name="Text Box 75"/>
          <p:cNvSpPr txBox="1">
            <a:spLocks noChangeArrowheads="1"/>
          </p:cNvSpPr>
          <p:nvPr/>
        </p:nvSpPr>
        <p:spPr bwMode="auto">
          <a:xfrm>
            <a:off x="1168400" y="1260475"/>
            <a:ext cx="4826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GB" altLang="en-US" sz="1200" b="1">
                <a:solidFill>
                  <a:schemeClr val="bg1"/>
                </a:solidFill>
              </a:rPr>
              <a:t>Wk2</a:t>
            </a:r>
          </a:p>
        </p:txBody>
      </p:sp>
      <p:sp>
        <p:nvSpPr>
          <p:cNvPr id="77" name="AutoShape 73"/>
          <p:cNvSpPr>
            <a:spLocks noChangeArrowheads="1"/>
          </p:cNvSpPr>
          <p:nvPr/>
        </p:nvSpPr>
        <p:spPr bwMode="auto">
          <a:xfrm rot="10800251">
            <a:off x="7945438" y="915988"/>
            <a:ext cx="331787" cy="319087"/>
          </a:xfrm>
          <a:prstGeom prst="flowChartExtract">
            <a:avLst/>
          </a:prstGeom>
          <a:solidFill>
            <a:srgbClr val="CC0000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/>
        </p:spPr>
        <p:txBody>
          <a:bodyPr rot="10800000" wrap="none" anchor="ctr"/>
          <a:lstStyle/>
          <a:p>
            <a:pPr algn="ctr">
              <a:defRPr/>
            </a:pPr>
            <a:r>
              <a:rPr lang="fr-FR" sz="1050" b="1" dirty="0">
                <a:solidFill>
                  <a:schemeClr val="bg1"/>
                </a:solidFill>
              </a:rPr>
              <a:t>End</a:t>
            </a:r>
          </a:p>
        </p:txBody>
      </p:sp>
      <p:sp>
        <p:nvSpPr>
          <p:cNvPr id="4158" name="Line 71"/>
          <p:cNvSpPr>
            <a:spLocks noChangeShapeType="1"/>
          </p:cNvSpPr>
          <p:nvPr/>
        </p:nvSpPr>
        <p:spPr bwMode="auto">
          <a:xfrm flipV="1">
            <a:off x="706438" y="1219200"/>
            <a:ext cx="554037" cy="0"/>
          </a:xfrm>
          <a:prstGeom prst="line">
            <a:avLst/>
          </a:prstGeom>
          <a:noFill/>
          <a:ln w="9525">
            <a:solidFill>
              <a:srgbClr val="EA1A04"/>
            </a:solidFill>
            <a:round/>
            <a:headEnd type="oval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159" name="AutoShape 73"/>
          <p:cNvSpPr>
            <a:spLocks noChangeArrowheads="1"/>
          </p:cNvSpPr>
          <p:nvPr/>
        </p:nvSpPr>
        <p:spPr bwMode="auto">
          <a:xfrm rot="10800251">
            <a:off x="592138" y="792163"/>
            <a:ext cx="331787" cy="319087"/>
          </a:xfrm>
          <a:prstGeom prst="flowChartExtract">
            <a:avLst/>
          </a:prstGeom>
          <a:solidFill>
            <a:srgbClr val="CC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r>
              <a:rPr lang="fr-FR" altLang="en-US" sz="1800" b="1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4160" name="AutoShape 73"/>
          <p:cNvSpPr>
            <a:spLocks noChangeArrowheads="1"/>
          </p:cNvSpPr>
          <p:nvPr/>
        </p:nvSpPr>
        <p:spPr bwMode="auto">
          <a:xfrm rot="10800251">
            <a:off x="1128713" y="900113"/>
            <a:ext cx="331787" cy="319087"/>
          </a:xfrm>
          <a:prstGeom prst="flowChartExtract">
            <a:avLst/>
          </a:prstGeom>
          <a:solidFill>
            <a:srgbClr val="CC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r>
              <a:rPr lang="fr-FR" altLang="en-US" sz="1800" b="1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4161" name="TextBox 19"/>
          <p:cNvSpPr txBox="1">
            <a:spLocks noChangeArrowheads="1"/>
          </p:cNvSpPr>
          <p:nvPr/>
        </p:nvSpPr>
        <p:spPr bwMode="auto">
          <a:xfrm>
            <a:off x="3292475" y="6102350"/>
            <a:ext cx="19732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altLang="en-US" sz="1000" dirty="0"/>
              <a:t>* Date Format </a:t>
            </a:r>
            <a:r>
              <a:rPr lang="en-US" altLang="en-US" sz="1000" dirty="0" err="1"/>
              <a:t>dd</a:t>
            </a:r>
            <a:r>
              <a:rPr lang="en-US" altLang="en-US" sz="1000" dirty="0"/>
              <a:t> /mm/ </a:t>
            </a:r>
            <a:r>
              <a:rPr lang="en-US" altLang="en-US" sz="1000" dirty="0" err="1"/>
              <a:t>yyyy</a:t>
            </a:r>
            <a:endParaRPr lang="en-US" altLang="en-US" sz="1000" dirty="0"/>
          </a:p>
        </p:txBody>
      </p:sp>
      <p:sp>
        <p:nvSpPr>
          <p:cNvPr id="4163" name="AutoShape 73"/>
          <p:cNvSpPr>
            <a:spLocks noChangeArrowheads="1"/>
          </p:cNvSpPr>
          <p:nvPr/>
        </p:nvSpPr>
        <p:spPr bwMode="auto">
          <a:xfrm rot="10800251">
            <a:off x="1314450" y="838200"/>
            <a:ext cx="331788" cy="319088"/>
          </a:xfrm>
          <a:prstGeom prst="flowChartExtract">
            <a:avLst/>
          </a:prstGeom>
          <a:solidFill>
            <a:srgbClr val="CC0000"/>
          </a:soli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rot="10800000" wrap="none" anchor="ctr"/>
          <a:lstStyle/>
          <a:p>
            <a:pPr algn="ctr"/>
            <a:r>
              <a:rPr lang="fr-FR" altLang="en-US" sz="1800" b="1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512816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74625" y="36513"/>
            <a:ext cx="8788400" cy="1276350"/>
          </a:xfrm>
        </p:spPr>
        <p:txBody>
          <a:bodyPr/>
          <a:lstStyle/>
          <a:p>
            <a:pPr eaLnBrk="1" hangingPunct="1"/>
            <a:r>
              <a:rPr lang="en-US" smtClean="0"/>
              <a:t>Execution plan</a:t>
            </a:r>
          </a:p>
        </p:txBody>
      </p:sp>
      <p:sp>
        <p:nvSpPr>
          <p:cNvPr id="10243" name="AutoShape 3"/>
          <p:cNvSpPr>
            <a:spLocks noChangeArrowheads="1"/>
          </p:cNvSpPr>
          <p:nvPr/>
        </p:nvSpPr>
        <p:spPr bwMode="auto">
          <a:xfrm>
            <a:off x="1073150" y="3130550"/>
            <a:ext cx="1666875" cy="768350"/>
          </a:xfrm>
          <a:prstGeom prst="homePlate">
            <a:avLst>
              <a:gd name="adj" fmla="val 54236"/>
            </a:avLst>
          </a:prstGeom>
          <a:solidFill>
            <a:srgbClr val="3C7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Capital </a:t>
            </a:r>
            <a:r>
              <a:rPr lang="en-US" sz="1200" dirty="0">
                <a:solidFill>
                  <a:schemeClr val="bg1"/>
                </a:solidFill>
              </a:rPr>
              <a:t>HQ </a:t>
            </a:r>
            <a:r>
              <a:rPr lang="en-US" sz="1200" dirty="0" smtClean="0">
                <a:solidFill>
                  <a:schemeClr val="bg1"/>
                </a:solidFill>
              </a:rPr>
              <a:t>runs audit</a:t>
            </a:r>
            <a:endParaRPr lang="en-US" sz="1200" dirty="0">
              <a:solidFill>
                <a:schemeClr val="bg1"/>
              </a:solidFill>
            </a:endParaRPr>
          </a:p>
          <a:p>
            <a:pPr algn="ctr"/>
            <a:r>
              <a:rPr lang="en-US" sz="1200" dirty="0">
                <a:solidFill>
                  <a:schemeClr val="bg1"/>
                </a:solidFill>
              </a:rPr>
              <a:t>Sends report to </a:t>
            </a:r>
            <a:r>
              <a:rPr lang="en-US" sz="1200" dirty="0" smtClean="0">
                <a:solidFill>
                  <a:schemeClr val="bg1"/>
                </a:solidFill>
              </a:rPr>
              <a:t>Cap</a:t>
            </a:r>
          </a:p>
          <a:p>
            <a:pPr algn="ctr"/>
            <a:r>
              <a:rPr lang="en-US" sz="1200" dirty="0" smtClean="0">
                <a:solidFill>
                  <a:schemeClr val="bg1"/>
                </a:solidFill>
              </a:rPr>
              <a:t> Intl HQ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0244" name="AutoShape 4"/>
          <p:cNvSpPr>
            <a:spLocks noChangeArrowheads="1"/>
          </p:cNvSpPr>
          <p:nvPr/>
        </p:nvSpPr>
        <p:spPr bwMode="auto">
          <a:xfrm>
            <a:off x="2411413" y="3092450"/>
            <a:ext cx="1666875" cy="806450"/>
          </a:xfrm>
          <a:prstGeom prst="chevron">
            <a:avLst>
              <a:gd name="adj" fmla="val 51147"/>
            </a:avLst>
          </a:prstGeom>
          <a:solidFill>
            <a:srgbClr val="3C7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114300" algn="ctr"/>
            <a:r>
              <a:rPr lang="en-US" sz="1200" dirty="0" smtClean="0">
                <a:solidFill>
                  <a:schemeClr val="bg1"/>
                </a:solidFill>
              </a:rPr>
              <a:t>Cap Intl HQ engage</a:t>
            </a:r>
            <a:endParaRPr lang="en-US" sz="1200" dirty="0">
              <a:solidFill>
                <a:schemeClr val="bg1"/>
              </a:solidFill>
            </a:endParaRPr>
          </a:p>
          <a:p>
            <a:pPr marL="114300" algn="ctr"/>
            <a:r>
              <a:rPr lang="en-US" sz="1200" dirty="0" err="1" smtClean="0">
                <a:solidFill>
                  <a:schemeClr val="bg1"/>
                </a:solidFill>
              </a:rPr>
              <a:t>bizs</a:t>
            </a:r>
            <a:r>
              <a:rPr lang="en-US" sz="1200" dirty="0" smtClean="0">
                <a:solidFill>
                  <a:schemeClr val="bg1"/>
                </a:solidFill>
              </a:rPr>
              <a:t> </a:t>
            </a:r>
            <a:r>
              <a:rPr lang="en-US" sz="1200" dirty="0">
                <a:solidFill>
                  <a:schemeClr val="bg1"/>
                </a:solidFill>
              </a:rPr>
              <a:t>and drive  </a:t>
            </a:r>
          </a:p>
          <a:p>
            <a:pPr marL="114300" algn="ctr"/>
            <a:r>
              <a:rPr lang="en-US" sz="1200" dirty="0" smtClean="0">
                <a:solidFill>
                  <a:schemeClr val="bg1"/>
                </a:solidFill>
              </a:rPr>
              <a:t>the </a:t>
            </a:r>
            <a:r>
              <a:rPr lang="en-US" sz="1200" dirty="0">
                <a:solidFill>
                  <a:schemeClr val="bg1"/>
                </a:solidFill>
              </a:rPr>
              <a:t>plan</a:t>
            </a:r>
          </a:p>
        </p:txBody>
      </p:sp>
      <p:sp>
        <p:nvSpPr>
          <p:cNvPr id="10245" name="AutoShape 7"/>
          <p:cNvSpPr>
            <a:spLocks/>
          </p:cNvSpPr>
          <p:nvPr/>
        </p:nvSpPr>
        <p:spPr bwMode="auto">
          <a:xfrm>
            <a:off x="1903413" y="1100138"/>
            <a:ext cx="1828800" cy="1096962"/>
          </a:xfrm>
          <a:prstGeom prst="borderCallout1">
            <a:avLst>
              <a:gd name="adj1" fmla="val 100324"/>
              <a:gd name="adj2" fmla="val 51329"/>
              <a:gd name="adj3" fmla="val 182384"/>
              <a:gd name="adj4" fmla="val 5225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r>
              <a:rPr lang="en-US" sz="1200" dirty="0"/>
              <a:t>Review </a:t>
            </a:r>
            <a:r>
              <a:rPr lang="en-US" sz="1200" dirty="0" smtClean="0"/>
              <a:t>GAP;</a:t>
            </a:r>
            <a:endParaRPr lang="en-US" sz="1200" dirty="0"/>
          </a:p>
          <a:p>
            <a:r>
              <a:rPr lang="en-US" sz="1200" dirty="0" smtClean="0"/>
              <a:t>Confirm </a:t>
            </a:r>
            <a:r>
              <a:rPr lang="en-US" sz="1200" dirty="0"/>
              <a:t>Scope / Assets</a:t>
            </a:r>
          </a:p>
          <a:p>
            <a:r>
              <a:rPr lang="en-US" sz="1200" dirty="0" smtClean="0"/>
              <a:t>What </a:t>
            </a:r>
            <a:r>
              <a:rPr lang="en-US" sz="1200" dirty="0"/>
              <a:t>is a valid POE? Ask “</a:t>
            </a:r>
            <a:r>
              <a:rPr lang="en-US" sz="1200" dirty="0" err="1" smtClean="0"/>
              <a:t>Sarita</a:t>
            </a:r>
            <a:r>
              <a:rPr lang="en-US" sz="1200" dirty="0" smtClean="0"/>
              <a:t>”</a:t>
            </a:r>
            <a:endParaRPr lang="en-US" sz="1200" dirty="0"/>
          </a:p>
        </p:txBody>
      </p:sp>
      <p:sp>
        <p:nvSpPr>
          <p:cNvPr id="10246" name="AutoShape 8"/>
          <p:cNvSpPr>
            <a:spLocks/>
          </p:cNvSpPr>
          <p:nvPr/>
        </p:nvSpPr>
        <p:spPr bwMode="auto">
          <a:xfrm>
            <a:off x="0" y="4918075"/>
            <a:ext cx="1828800" cy="1096963"/>
          </a:xfrm>
          <a:prstGeom prst="borderCallout1">
            <a:avLst>
              <a:gd name="adj1" fmla="val -1569"/>
              <a:gd name="adj2" fmla="val 50602"/>
              <a:gd name="adj3" fmla="val -93741"/>
              <a:gd name="adj4" fmla="val 9820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en-US" sz="1200" dirty="0" smtClean="0"/>
              <a:t>Capital HQ compared </a:t>
            </a:r>
            <a:r>
              <a:rPr lang="en-US" sz="1200" dirty="0"/>
              <a:t>your ITAM with </a:t>
            </a:r>
            <a:r>
              <a:rPr lang="en-US" sz="1200" dirty="0" smtClean="0"/>
              <a:t>EARL;  </a:t>
            </a:r>
            <a:r>
              <a:rPr lang="en-US" sz="1200" dirty="0"/>
              <a:t>Software </a:t>
            </a:r>
            <a:r>
              <a:rPr lang="en-US" sz="1200" dirty="0" smtClean="0"/>
              <a:t>assets </a:t>
            </a:r>
            <a:r>
              <a:rPr lang="en-US" sz="1200" dirty="0"/>
              <a:t>in ITAM not in </a:t>
            </a:r>
            <a:r>
              <a:rPr lang="en-US" sz="1200" dirty="0" smtClean="0"/>
              <a:t>EARL considered as </a:t>
            </a:r>
            <a:r>
              <a:rPr lang="en-US" sz="1200" dirty="0"/>
              <a:t>potential </a:t>
            </a:r>
            <a:r>
              <a:rPr lang="en-US" sz="1200" dirty="0" smtClean="0"/>
              <a:t>gaps</a:t>
            </a:r>
            <a:endParaRPr lang="en-US" sz="1200" dirty="0"/>
          </a:p>
        </p:txBody>
      </p:sp>
      <p:sp>
        <p:nvSpPr>
          <p:cNvPr id="10247" name="AutoShape 9"/>
          <p:cNvSpPr>
            <a:spLocks/>
          </p:cNvSpPr>
          <p:nvPr/>
        </p:nvSpPr>
        <p:spPr bwMode="auto">
          <a:xfrm>
            <a:off x="0" y="1103313"/>
            <a:ext cx="1828800" cy="1098550"/>
          </a:xfrm>
          <a:prstGeom prst="borderCallout1">
            <a:avLst>
              <a:gd name="adj1" fmla="val 99079"/>
              <a:gd name="adj2" fmla="val 50227"/>
              <a:gd name="adj3" fmla="val 185602"/>
              <a:gd name="adj4" fmla="val 99315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en-US" sz="1200" dirty="0" smtClean="0"/>
              <a:t>Capital Intl Audit </a:t>
            </a:r>
            <a:r>
              <a:rPr lang="en-US" sz="1200" dirty="0"/>
              <a:t>Services Team – SPOC for the Audit Cycle</a:t>
            </a:r>
          </a:p>
        </p:txBody>
      </p:sp>
      <p:sp>
        <p:nvSpPr>
          <p:cNvPr id="10248" name="AutoShape 11"/>
          <p:cNvSpPr>
            <a:spLocks/>
          </p:cNvSpPr>
          <p:nvPr/>
        </p:nvSpPr>
        <p:spPr bwMode="auto">
          <a:xfrm>
            <a:off x="3817938" y="1096963"/>
            <a:ext cx="1828800" cy="1098550"/>
          </a:xfrm>
          <a:prstGeom prst="borderCallout1">
            <a:avLst>
              <a:gd name="adj1" fmla="val 101144"/>
              <a:gd name="adj2" fmla="val 50051"/>
              <a:gd name="adj3" fmla="val 163333"/>
              <a:gd name="adj4" fmla="val 74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/>
            <a:r>
              <a:rPr lang="en-US" sz="1200" dirty="0"/>
              <a:t>For these entitlements not found, </a:t>
            </a:r>
            <a:r>
              <a:rPr lang="en-US" sz="1200" dirty="0" smtClean="0"/>
              <a:t>remove the </a:t>
            </a:r>
            <a:r>
              <a:rPr lang="en-US" sz="1200" dirty="0" err="1" smtClean="0"/>
              <a:t>sw</a:t>
            </a:r>
            <a:r>
              <a:rPr lang="en-US" sz="1200" dirty="0" smtClean="0"/>
              <a:t> if not needed</a:t>
            </a:r>
            <a:endParaRPr lang="en-US" sz="1200" dirty="0"/>
          </a:p>
        </p:txBody>
      </p:sp>
      <p:sp>
        <p:nvSpPr>
          <p:cNvPr id="10249" name="AutoShape 12"/>
          <p:cNvSpPr>
            <a:spLocks/>
          </p:cNvSpPr>
          <p:nvPr/>
        </p:nvSpPr>
        <p:spPr bwMode="auto">
          <a:xfrm>
            <a:off x="1911350" y="4897438"/>
            <a:ext cx="3298825" cy="1130300"/>
          </a:xfrm>
          <a:prstGeom prst="borderCallout1">
            <a:avLst>
              <a:gd name="adj1" fmla="val -83477"/>
              <a:gd name="adj2" fmla="val 74144"/>
              <a:gd name="adj3" fmla="val -278"/>
              <a:gd name="adj4" fmla="val 5029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1200" dirty="0"/>
              <a:t>Get all the invoices uploaded into </a:t>
            </a:r>
            <a:r>
              <a:rPr lang="en-US" sz="1200" dirty="0" smtClean="0"/>
              <a:t>EARL;</a:t>
            </a:r>
            <a:endParaRPr lang="en-US" sz="1200" dirty="0"/>
          </a:p>
          <a:p>
            <a:r>
              <a:rPr lang="en-US" sz="1200" dirty="0"/>
              <a:t>How to upload into </a:t>
            </a:r>
            <a:r>
              <a:rPr lang="en-US" sz="1200" dirty="0" smtClean="0"/>
              <a:t>EARL? </a:t>
            </a:r>
            <a:r>
              <a:rPr lang="en-US" sz="1200" dirty="0" err="1" smtClean="0"/>
              <a:t>Sarita</a:t>
            </a:r>
            <a:r>
              <a:rPr lang="en-US" sz="1200" dirty="0" smtClean="0"/>
              <a:t> </a:t>
            </a:r>
            <a:r>
              <a:rPr lang="en-US" sz="1200" dirty="0"/>
              <a:t>will show you process.</a:t>
            </a:r>
          </a:p>
          <a:p>
            <a:r>
              <a:rPr lang="en-US" sz="1200" dirty="0" smtClean="0"/>
              <a:t>Cap Intl Audit </a:t>
            </a:r>
            <a:r>
              <a:rPr lang="en-US" sz="1200" dirty="0"/>
              <a:t>Services Team  will monitor your gap status and, when we think you are compliant we will ask GECC HQ to confirm</a:t>
            </a:r>
          </a:p>
          <a:p>
            <a:endParaRPr lang="en-US" sz="1200" dirty="0"/>
          </a:p>
        </p:txBody>
      </p:sp>
      <p:sp>
        <p:nvSpPr>
          <p:cNvPr id="10250" name="AutoShape 13"/>
          <p:cNvSpPr>
            <a:spLocks noChangeArrowheads="1"/>
          </p:cNvSpPr>
          <p:nvPr/>
        </p:nvSpPr>
        <p:spPr bwMode="auto">
          <a:xfrm>
            <a:off x="314325" y="641350"/>
            <a:ext cx="8415338" cy="330200"/>
          </a:xfrm>
          <a:prstGeom prst="rightArrow">
            <a:avLst>
              <a:gd name="adj1" fmla="val 56731"/>
              <a:gd name="adj2" fmla="val 177337"/>
            </a:avLst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s-ES_tradnl" sz="1200" b="1">
                <a:solidFill>
                  <a:schemeClr val="bg1"/>
                </a:solidFill>
              </a:rPr>
              <a:t>Repeatable Process on Each Business</a:t>
            </a:r>
            <a:endParaRPr lang="en-US" sz="1200" b="1">
              <a:solidFill>
                <a:schemeClr val="bg1"/>
              </a:solidFill>
            </a:endParaRPr>
          </a:p>
        </p:txBody>
      </p:sp>
      <p:sp>
        <p:nvSpPr>
          <p:cNvPr id="10251" name="AutoShape 14"/>
          <p:cNvSpPr>
            <a:spLocks noChangeArrowheads="1"/>
          </p:cNvSpPr>
          <p:nvPr/>
        </p:nvSpPr>
        <p:spPr bwMode="auto">
          <a:xfrm>
            <a:off x="6850063" y="3089275"/>
            <a:ext cx="1571625" cy="768350"/>
          </a:xfrm>
          <a:prstGeom prst="chevron">
            <a:avLst>
              <a:gd name="adj" fmla="val 51136"/>
            </a:avLst>
          </a:prstGeom>
          <a:solidFill>
            <a:srgbClr val="3C7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28600" indent="114300" algn="ctr"/>
            <a:r>
              <a:rPr lang="en-US" sz="1200" dirty="0" smtClean="0">
                <a:solidFill>
                  <a:schemeClr val="bg1"/>
                </a:solidFill>
              </a:rPr>
              <a:t>Capital </a:t>
            </a:r>
            <a:r>
              <a:rPr lang="en-US" sz="1200" dirty="0">
                <a:solidFill>
                  <a:schemeClr val="bg1"/>
                </a:solidFill>
              </a:rPr>
              <a:t>HQ </a:t>
            </a:r>
          </a:p>
          <a:p>
            <a:pPr marL="228600" indent="114300" algn="ctr"/>
            <a:r>
              <a:rPr lang="en-US" sz="1200" dirty="0" smtClean="0">
                <a:solidFill>
                  <a:schemeClr val="bg1"/>
                </a:solidFill>
              </a:rPr>
              <a:t>re-audits </a:t>
            </a:r>
            <a:r>
              <a:rPr lang="en-US" sz="1200" dirty="0">
                <a:solidFill>
                  <a:schemeClr val="bg1"/>
                </a:solidFill>
              </a:rPr>
              <a:t>and </a:t>
            </a:r>
          </a:p>
          <a:p>
            <a:pPr marL="228600" indent="114300" algn="ctr"/>
            <a:r>
              <a:rPr lang="en-US" sz="1200" dirty="0" smtClean="0">
                <a:solidFill>
                  <a:schemeClr val="bg1"/>
                </a:solidFill>
              </a:rPr>
              <a:t>closes  </a:t>
            </a:r>
            <a:r>
              <a:rPr lang="en-US" sz="1200" dirty="0">
                <a:solidFill>
                  <a:schemeClr val="bg1"/>
                </a:solidFill>
              </a:rPr>
              <a:t>audit</a:t>
            </a:r>
          </a:p>
        </p:txBody>
      </p:sp>
      <p:sp>
        <p:nvSpPr>
          <p:cNvPr id="10252" name="AutoShape 11"/>
          <p:cNvSpPr>
            <a:spLocks/>
          </p:cNvSpPr>
          <p:nvPr/>
        </p:nvSpPr>
        <p:spPr bwMode="auto">
          <a:xfrm>
            <a:off x="6827838" y="4899025"/>
            <a:ext cx="2103437" cy="1096963"/>
          </a:xfrm>
          <a:prstGeom prst="borderCallout1">
            <a:avLst>
              <a:gd name="adj1" fmla="val -394"/>
              <a:gd name="adj2" fmla="val 50111"/>
              <a:gd name="adj3" fmla="val -88074"/>
              <a:gd name="adj4" fmla="val 36509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r>
              <a:rPr lang="en-US" sz="1200" dirty="0"/>
              <a:t>GECC HQ to re audit your environment and validate that all </a:t>
            </a:r>
            <a:r>
              <a:rPr lang="en-US" sz="1200" dirty="0" smtClean="0"/>
              <a:t>products </a:t>
            </a:r>
            <a:r>
              <a:rPr lang="en-US" sz="1200" dirty="0"/>
              <a:t>in scope are justified in </a:t>
            </a:r>
            <a:r>
              <a:rPr lang="en-US" sz="1200" dirty="0" smtClean="0"/>
              <a:t>EARL;</a:t>
            </a:r>
            <a:endParaRPr lang="en-US" sz="1200" dirty="0"/>
          </a:p>
          <a:p>
            <a:r>
              <a:rPr lang="en-US" sz="1200" dirty="0"/>
              <a:t>GECC HQ </a:t>
            </a:r>
            <a:r>
              <a:rPr lang="en-US" sz="1200" dirty="0" smtClean="0"/>
              <a:t>raises </a:t>
            </a:r>
            <a:r>
              <a:rPr lang="en-US" sz="1200" dirty="0"/>
              <a:t>a formal closure.</a:t>
            </a:r>
          </a:p>
        </p:txBody>
      </p:sp>
      <p:cxnSp>
        <p:nvCxnSpPr>
          <p:cNvPr id="10253" name="Elbow Connector 2"/>
          <p:cNvCxnSpPr>
            <a:cxnSpLocks noChangeShapeType="1"/>
            <a:endCxn id="10255" idx="4"/>
          </p:cNvCxnSpPr>
          <p:nvPr/>
        </p:nvCxnSpPr>
        <p:spPr bwMode="auto">
          <a:xfrm rot="10800000" flipV="1">
            <a:off x="4770438" y="3857625"/>
            <a:ext cx="2644775" cy="185738"/>
          </a:xfrm>
          <a:prstGeom prst="bentConnector4">
            <a:avLst>
              <a:gd name="adj1" fmla="val -380"/>
              <a:gd name="adj2" fmla="val 223690"/>
            </a:avLst>
          </a:prstGeom>
          <a:noFill/>
          <a:ln w="28575" algn="ctr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254" name="Rectangle 3"/>
          <p:cNvSpPr>
            <a:spLocks noChangeArrowheads="1"/>
          </p:cNvSpPr>
          <p:nvPr/>
        </p:nvSpPr>
        <p:spPr bwMode="auto">
          <a:xfrm>
            <a:off x="6726238" y="4302125"/>
            <a:ext cx="865187" cy="431800"/>
          </a:xfrm>
          <a:prstGeom prst="rect">
            <a:avLst/>
          </a:prstGeom>
          <a:solidFill>
            <a:srgbClr val="C00000"/>
          </a:solidFill>
          <a:ln w="9525" algn="ctr">
            <a:solidFill>
              <a:srgbClr val="C00000"/>
            </a:solidFill>
            <a:round/>
            <a:headEnd/>
            <a:tailEnd/>
          </a:ln>
        </p:spPr>
        <p:txBody>
          <a:bodyPr/>
          <a:lstStyle/>
          <a:p>
            <a:r>
              <a:rPr lang="en-US" sz="800">
                <a:solidFill>
                  <a:schemeClr val="bg1"/>
                </a:solidFill>
              </a:rPr>
              <a:t>If not all gaps are closed, go back</a:t>
            </a:r>
          </a:p>
        </p:txBody>
      </p:sp>
      <p:sp>
        <p:nvSpPr>
          <p:cNvPr id="10255" name="Flowchart: Or 19"/>
          <p:cNvSpPr>
            <a:spLocks noChangeArrowheads="1"/>
          </p:cNvSpPr>
          <p:nvPr/>
        </p:nvSpPr>
        <p:spPr bwMode="auto">
          <a:xfrm>
            <a:off x="4102100" y="2743200"/>
            <a:ext cx="1336675" cy="1300163"/>
          </a:xfrm>
          <a:prstGeom prst="flowChartOr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6" name="AutoShape 10"/>
          <p:cNvSpPr>
            <a:spLocks noChangeArrowheads="1"/>
          </p:cNvSpPr>
          <p:nvPr/>
        </p:nvSpPr>
        <p:spPr bwMode="auto">
          <a:xfrm>
            <a:off x="5435600" y="3092450"/>
            <a:ext cx="1590675" cy="746125"/>
          </a:xfrm>
          <a:prstGeom prst="chevron">
            <a:avLst>
              <a:gd name="adj" fmla="val 51126"/>
            </a:avLst>
          </a:prstGeom>
          <a:solidFill>
            <a:srgbClr val="3C73B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228600" indent="114300" algn="ctr"/>
            <a:r>
              <a:rPr lang="en-US" sz="1200" dirty="0">
                <a:solidFill>
                  <a:schemeClr val="bg1"/>
                </a:solidFill>
              </a:rPr>
              <a:t>Remediation </a:t>
            </a:r>
          </a:p>
          <a:p>
            <a:pPr marL="228600" indent="114300" algn="ctr"/>
            <a:r>
              <a:rPr lang="en-US" sz="1200" dirty="0" smtClean="0">
                <a:solidFill>
                  <a:schemeClr val="bg1"/>
                </a:solidFill>
              </a:rPr>
              <a:t>confirmed</a:t>
            </a:r>
            <a:r>
              <a:rPr lang="en-US" sz="1200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0257" name="Rectangle 34"/>
          <p:cNvSpPr>
            <a:spLocks noChangeArrowheads="1"/>
          </p:cNvSpPr>
          <p:nvPr/>
        </p:nvSpPr>
        <p:spPr bwMode="auto">
          <a:xfrm>
            <a:off x="3971926" y="2878138"/>
            <a:ext cx="8890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114300" algn="ctr"/>
            <a:r>
              <a:rPr lang="en-US" sz="1000" b="1" dirty="0" smtClean="0"/>
              <a:t>Collect POEs/</a:t>
            </a:r>
          </a:p>
          <a:p>
            <a:pPr marL="114300" algn="ctr"/>
            <a:r>
              <a:rPr lang="en-US" sz="1000" b="1" dirty="0" smtClean="0"/>
              <a:t>Upload onto EARL/ Purchase</a:t>
            </a:r>
            <a:endParaRPr lang="en-US" sz="1000" b="1" dirty="0"/>
          </a:p>
        </p:txBody>
      </p:sp>
      <p:sp>
        <p:nvSpPr>
          <p:cNvPr id="10258" name="Rectangle 41"/>
          <p:cNvSpPr>
            <a:spLocks noChangeArrowheads="1"/>
          </p:cNvSpPr>
          <p:nvPr/>
        </p:nvSpPr>
        <p:spPr bwMode="auto">
          <a:xfrm>
            <a:off x="4608513" y="3157538"/>
            <a:ext cx="92075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114300" algn="ctr"/>
            <a:r>
              <a:rPr lang="en-US" sz="1000" b="1" dirty="0" smtClean="0"/>
              <a:t>Remove unused SW</a:t>
            </a:r>
            <a:endParaRPr 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2636547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317500" y="271463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95000"/>
              </a:lnSpc>
            </a:pPr>
            <a:r>
              <a:rPr lang="en-US" sz="4000" dirty="0" smtClean="0">
                <a:solidFill>
                  <a:srgbClr val="1E4191"/>
                </a:solidFill>
              </a:rPr>
              <a:t>What is a valid POE?</a:t>
            </a:r>
            <a:endParaRPr lang="en-US" sz="4000" dirty="0">
              <a:solidFill>
                <a:srgbClr val="1E4191"/>
              </a:solidFill>
            </a:endParaRPr>
          </a:p>
        </p:txBody>
      </p:sp>
      <p:sp>
        <p:nvSpPr>
          <p:cNvPr id="169987" name="TextBox 1"/>
          <p:cNvSpPr txBox="1">
            <a:spLocks noChangeArrowheads="1"/>
          </p:cNvSpPr>
          <p:nvPr/>
        </p:nvSpPr>
        <p:spPr bwMode="auto">
          <a:xfrm>
            <a:off x="314999" y="1177925"/>
            <a:ext cx="8559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/>
              <a:t>Records from software suppliers detailing product, version and </a:t>
            </a:r>
            <a:r>
              <a:rPr lang="en-US" sz="1800" dirty="0" smtClean="0"/>
              <a:t>quantity</a:t>
            </a:r>
          </a:p>
          <a:p>
            <a:pPr marL="0" lvl="0" indent="0"/>
            <a:r>
              <a:rPr lang="en-US" sz="1800" dirty="0" smtClean="0"/>
              <a:t> </a:t>
            </a:r>
            <a:r>
              <a:rPr lang="en-US" sz="1800" dirty="0"/>
              <a:t>(</a:t>
            </a:r>
            <a:r>
              <a:rPr lang="en-US" sz="1800" u="sng" dirty="0"/>
              <a:t>vendor consumption reports</a:t>
            </a:r>
            <a:r>
              <a:rPr lang="en-US" sz="1800" dirty="0"/>
              <a:t>) +  </a:t>
            </a:r>
            <a:r>
              <a:rPr lang="en-US" sz="1800" u="sng" dirty="0"/>
              <a:t>PO/Invoice number</a:t>
            </a:r>
            <a:r>
              <a:rPr lang="en-US" sz="1800" dirty="0"/>
              <a:t> included in the report</a:t>
            </a:r>
          </a:p>
        </p:txBody>
      </p:sp>
      <p:sp>
        <p:nvSpPr>
          <p:cNvPr id="169988" name="TextBox 3"/>
          <p:cNvSpPr txBox="1">
            <a:spLocks noChangeArrowheads="1"/>
          </p:cNvSpPr>
          <p:nvPr/>
        </p:nvSpPr>
        <p:spPr bwMode="auto">
          <a:xfrm>
            <a:off x="314999" y="1950680"/>
            <a:ext cx="855980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1800" u="sng" dirty="0"/>
              <a:t>License agreement paper</a:t>
            </a:r>
            <a:r>
              <a:rPr lang="en-US" sz="1800" dirty="0"/>
              <a:t> with quantity purchased detailing product, </a:t>
            </a:r>
            <a:endParaRPr lang="en-US" sz="1800" dirty="0" smtClean="0"/>
          </a:p>
          <a:p>
            <a:pPr marL="0" indent="0"/>
            <a:r>
              <a:rPr lang="en-US" sz="1800" dirty="0" smtClean="0"/>
              <a:t>version </a:t>
            </a:r>
            <a:r>
              <a:rPr lang="en-US" sz="1800" dirty="0"/>
              <a:t>and quantity + </a:t>
            </a:r>
            <a:r>
              <a:rPr lang="en-US" sz="1800" dirty="0" smtClean="0"/>
              <a:t>*</a:t>
            </a:r>
            <a:r>
              <a:rPr lang="en-US" sz="1800" u="sng" dirty="0" smtClean="0"/>
              <a:t>Proof </a:t>
            </a:r>
            <a:r>
              <a:rPr lang="en-US" sz="1800" u="sng" dirty="0"/>
              <a:t>of </a:t>
            </a:r>
            <a:r>
              <a:rPr lang="en-US" sz="1800" u="sng" dirty="0" smtClean="0"/>
              <a:t>Purchase</a:t>
            </a:r>
            <a:r>
              <a:rPr lang="en-US" sz="1800" dirty="0" smtClean="0"/>
              <a:t> </a:t>
            </a:r>
            <a:r>
              <a:rPr lang="en-US" sz="1800" dirty="0"/>
              <a:t>(depending on the agreement) </a:t>
            </a:r>
            <a:endParaRPr lang="en-US" sz="1800" dirty="0">
              <a:solidFill>
                <a:srgbClr val="1E4191"/>
              </a:solidFill>
            </a:endParaRPr>
          </a:p>
        </p:txBody>
      </p:sp>
      <p:sp>
        <p:nvSpPr>
          <p:cNvPr id="169989" name="TextBox 4"/>
          <p:cNvSpPr txBox="1">
            <a:spLocks noChangeArrowheads="1"/>
          </p:cNvSpPr>
          <p:nvPr/>
        </p:nvSpPr>
        <p:spPr bwMode="auto">
          <a:xfrm>
            <a:off x="314999" y="2790110"/>
            <a:ext cx="58334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/>
              <a:t>Shrink wrapped box with the media/license included</a:t>
            </a:r>
          </a:p>
        </p:txBody>
      </p:sp>
      <p:sp>
        <p:nvSpPr>
          <p:cNvPr id="6" name="TextBox 4"/>
          <p:cNvSpPr txBox="1">
            <a:spLocks noChangeArrowheads="1"/>
          </p:cNvSpPr>
          <p:nvPr/>
        </p:nvSpPr>
        <p:spPr bwMode="auto">
          <a:xfrm>
            <a:off x="314999" y="3350339"/>
            <a:ext cx="85725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/>
              <a:t>GE issued and approved </a:t>
            </a:r>
            <a:r>
              <a:rPr lang="en-US" sz="1800" u="sng" dirty="0"/>
              <a:t>Purchase Order</a:t>
            </a:r>
            <a:r>
              <a:rPr lang="en-US" sz="1800" dirty="0"/>
              <a:t> detailing product, version, </a:t>
            </a:r>
            <a:r>
              <a:rPr lang="en-US" sz="1800" dirty="0" smtClean="0"/>
              <a:t>and </a:t>
            </a:r>
          </a:p>
          <a:p>
            <a:pPr marL="0" lvl="0" indent="0"/>
            <a:r>
              <a:rPr lang="en-US" sz="1800" dirty="0" smtClean="0"/>
              <a:t>quantity </a:t>
            </a:r>
            <a:r>
              <a:rPr lang="en-US" sz="1800" dirty="0"/>
              <a:t>+ </a:t>
            </a:r>
            <a:r>
              <a:rPr lang="en-US" sz="1800" u="sng" dirty="0"/>
              <a:t>matching invoice</a:t>
            </a:r>
            <a:r>
              <a:rPr lang="en-US" sz="1800" dirty="0"/>
              <a:t> </a:t>
            </a:r>
            <a:r>
              <a:rPr lang="en-US" sz="1800" dirty="0" smtClean="0"/>
              <a:t>+ other </a:t>
            </a:r>
            <a:r>
              <a:rPr lang="en-US" sz="1800" dirty="0"/>
              <a:t>Finance documentation confirming </a:t>
            </a:r>
            <a:r>
              <a:rPr lang="en-US" sz="1800" dirty="0" smtClean="0"/>
              <a:t>that  </a:t>
            </a:r>
          </a:p>
          <a:p>
            <a:pPr marL="0" lvl="0" indent="0"/>
            <a:r>
              <a:rPr lang="en-US" sz="1800" dirty="0" smtClean="0"/>
              <a:t>payment </a:t>
            </a:r>
            <a:r>
              <a:rPr lang="en-US" sz="1800" dirty="0"/>
              <a:t>has been settled in full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14999" y="4459446"/>
            <a:ext cx="594618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/>
              <a:t>P card receipt detailing product, version and quantity</a:t>
            </a:r>
          </a:p>
        </p:txBody>
      </p:sp>
      <p:sp>
        <p:nvSpPr>
          <p:cNvPr id="9" name="TextBox 4"/>
          <p:cNvSpPr txBox="1">
            <a:spLocks noChangeArrowheads="1"/>
          </p:cNvSpPr>
          <p:nvPr/>
        </p:nvSpPr>
        <p:spPr bwMode="auto">
          <a:xfrm>
            <a:off x="314999" y="5000625"/>
            <a:ext cx="583845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lvl="0">
              <a:buFont typeface="Arial" panose="020B0604020202020204" pitchFamily="34" charset="0"/>
              <a:buChar char="•"/>
            </a:pPr>
            <a:r>
              <a:rPr lang="en-US" sz="1800" dirty="0"/>
              <a:t>Documentation of license transfer via an acquisition</a:t>
            </a:r>
          </a:p>
        </p:txBody>
      </p:sp>
      <p:sp>
        <p:nvSpPr>
          <p:cNvPr id="10" name="TextBox 4"/>
          <p:cNvSpPr txBox="1">
            <a:spLocks noChangeArrowheads="1"/>
          </p:cNvSpPr>
          <p:nvPr/>
        </p:nvSpPr>
        <p:spPr bwMode="auto">
          <a:xfrm>
            <a:off x="425222" y="5467350"/>
            <a:ext cx="7970452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457200" indent="-4572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1pPr>
            <a:lvl2pPr marL="742950" indent="-28575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2pPr>
            <a:lvl3pPr marL="11430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3pPr>
            <a:lvl4pPr marL="16002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4pPr>
            <a:lvl5pPr marL="2057400" indent="-228600" eaLnBrk="0" hangingPunct="0"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 Pitch" pitchFamily="34" charset="0"/>
                <a:cs typeface="Arial" pitchFamily="34" charset="0"/>
              </a:defRPr>
            </a:lvl9pPr>
          </a:lstStyle>
          <a:p>
            <a:pPr marL="0" indent="0"/>
            <a:r>
              <a:rPr lang="en-US" sz="1800" dirty="0" smtClean="0"/>
              <a:t>*</a:t>
            </a:r>
            <a:r>
              <a:rPr lang="en-US" sz="1800" b="1" dirty="0" smtClean="0"/>
              <a:t>Proof of Purchase </a:t>
            </a:r>
            <a:r>
              <a:rPr lang="en-US" sz="1800" dirty="0" smtClean="0"/>
              <a:t>: </a:t>
            </a:r>
            <a:r>
              <a:rPr lang="en-US" sz="1800" dirty="0"/>
              <a:t>GE/Vendor purchase order + paid invoice </a:t>
            </a:r>
            <a:r>
              <a:rPr lang="en-US" sz="1800" dirty="0" smtClean="0"/>
              <a:t>+ </a:t>
            </a:r>
            <a:r>
              <a:rPr lang="en-US" sz="1800" dirty="0"/>
              <a:t>Other </a:t>
            </a:r>
            <a:r>
              <a:rPr lang="en-US" sz="1800" dirty="0" smtClean="0"/>
              <a:t>Finance</a:t>
            </a:r>
          </a:p>
          <a:p>
            <a:pPr marL="0" indent="0"/>
            <a:r>
              <a:rPr lang="en-US" sz="1800" dirty="0" smtClean="0"/>
              <a:t> </a:t>
            </a:r>
            <a:r>
              <a:rPr lang="en-US" sz="1800" dirty="0"/>
              <a:t>documentation confirming that payment has been settled in full</a:t>
            </a:r>
          </a:p>
          <a:p>
            <a:pPr lvl="0">
              <a:buFont typeface="Arial" panose="020B0604020202020204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03541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317500" y="271463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95000"/>
              </a:lnSpc>
            </a:pPr>
            <a:r>
              <a:rPr lang="en-US" sz="4000" dirty="0" smtClean="0">
                <a:solidFill>
                  <a:srgbClr val="1E4191"/>
                </a:solidFill>
              </a:rPr>
              <a:t>Remediation, Recommendations</a:t>
            </a:r>
            <a:endParaRPr lang="en-US" sz="4000" dirty="0">
              <a:solidFill>
                <a:srgbClr val="1E419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25223" y="1091690"/>
            <a:ext cx="8213952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r>
              <a:rPr lang="en-US" sz="2000" dirty="0"/>
              <a:t>Look for entitlements lying with your business and not uploaded onto EARL. For entitlements not present, remove the unused </a:t>
            </a:r>
            <a:r>
              <a:rPr lang="en-US" sz="2000" dirty="0" smtClean="0"/>
              <a:t>software</a:t>
            </a:r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endParaRPr lang="en-US" sz="2000" i="1" dirty="0"/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r>
              <a:rPr lang="en-US" sz="2000" dirty="0"/>
              <a:t>We must respond diligently in the expected timeframes, the levels of flexibility will be short and based on approved exceptions</a:t>
            </a:r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endParaRPr lang="en-US" sz="2000" dirty="0"/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r>
              <a:rPr lang="en-US" sz="2000" dirty="0"/>
              <a:t>If you don’t find the proof of entitlement for a product, don’t waste your time trying to find it beyond acceptable efforts and perform remediation.</a:t>
            </a:r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endParaRPr lang="en-US" sz="2000" dirty="0"/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r>
              <a:rPr lang="en-US" sz="2000" dirty="0"/>
              <a:t>Speed up the procurement process, push for the PO to be approved and the invoice to be sent to you by the vendor, as otherwise will take weeks to happen.</a:t>
            </a:r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endParaRPr lang="en-US" sz="2000" dirty="0"/>
          </a:p>
          <a:p>
            <a:pPr marL="457200" indent="-457200" eaLnBrk="1" hangingPunct="1">
              <a:lnSpc>
                <a:spcPct val="90000"/>
              </a:lnSpc>
              <a:buFont typeface="GE Inspira" pitchFamily="34" charset="0"/>
              <a:buAutoNum type="arabicPeriod"/>
            </a:pPr>
            <a:r>
              <a:rPr lang="en-US" sz="2000" dirty="0"/>
              <a:t>As soon as you get the invoice, upload it into EARL. Don’t wait.</a:t>
            </a:r>
          </a:p>
        </p:txBody>
      </p:sp>
    </p:spTree>
    <p:extLst>
      <p:ext uri="{BB962C8B-B14F-4D97-AF65-F5344CB8AC3E}">
        <p14:creationId xmlns:p14="http://schemas.microsoft.com/office/powerpoint/2010/main" val="296323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2"/>
          <p:cNvSpPr>
            <a:spLocks noChangeArrowheads="1"/>
          </p:cNvSpPr>
          <p:nvPr/>
        </p:nvSpPr>
        <p:spPr bwMode="auto">
          <a:xfrm>
            <a:off x="317500" y="271463"/>
            <a:ext cx="8459788" cy="998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/>
          <a:lstStyle/>
          <a:p>
            <a:pPr>
              <a:lnSpc>
                <a:spcPct val="95000"/>
              </a:lnSpc>
            </a:pPr>
            <a:r>
              <a:rPr lang="en-US" sz="4000" dirty="0" smtClean="0">
                <a:solidFill>
                  <a:srgbClr val="1E4191"/>
                </a:solidFill>
              </a:rPr>
              <a:t>Keys for success and Risks</a:t>
            </a:r>
            <a:endParaRPr lang="en-US" sz="4000" dirty="0">
              <a:solidFill>
                <a:srgbClr val="1E4191"/>
              </a:solidFill>
            </a:endParaRPr>
          </a:p>
        </p:txBody>
      </p:sp>
      <p:sp>
        <p:nvSpPr>
          <p:cNvPr id="11" name="Rectangle 5"/>
          <p:cNvSpPr>
            <a:spLocks noChangeArrowheads="1"/>
          </p:cNvSpPr>
          <p:nvPr/>
        </p:nvSpPr>
        <p:spPr bwMode="auto">
          <a:xfrm>
            <a:off x="389244" y="1136650"/>
            <a:ext cx="8461375" cy="5010602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>
            <a:spAutoFit/>
          </a:bodyPr>
          <a:lstStyle/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defRPr/>
            </a:pPr>
            <a:r>
              <a:rPr lang="en-US" sz="2000" dirty="0">
                <a:solidFill>
                  <a:srgbClr val="4157AD"/>
                </a:solidFill>
              </a:rPr>
              <a:t>Keys for success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4157AD"/>
                </a:solidFill>
              </a:rPr>
              <a:t>Diligence, act quickly.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4157AD"/>
                </a:solidFill>
              </a:rPr>
              <a:t>Rigor, remediate all the potential gaps.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4157AD"/>
                </a:solidFill>
              </a:rPr>
              <a:t>Management Support, you may need to purchase something, engage management on this activity so they know a potential unexpected cost.</a:t>
            </a:r>
          </a:p>
          <a:p>
            <a:pPr marL="457200" indent="-457200"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4157AD"/>
                </a:solidFill>
              </a:rPr>
              <a:t>Talk, communicate. Don’t wait for emails, communication issues are the biggest issues we had so far in previous rounds.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defRPr/>
            </a:pPr>
            <a:r>
              <a:rPr lang="en-US" sz="2400" dirty="0">
                <a:solidFill>
                  <a:srgbClr val="4157AD"/>
                </a:solidFill>
              </a:rPr>
              <a:t>Risks 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004880"/>
              </a:buClr>
              <a:buFont typeface="Arial" pitchFamily="34" charset="0"/>
              <a:buChar char="•"/>
              <a:defRPr/>
            </a:pPr>
            <a:r>
              <a:rPr lang="en-US" sz="2000" dirty="0">
                <a:solidFill>
                  <a:srgbClr val="4157AD"/>
                </a:solidFill>
              </a:rPr>
              <a:t>Lack of historical focus in Software Governance may end up in lack of engagement/prioritization of the project, requiring cultural change and strong Sr. Management support.  The game has changed now.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defRPr/>
            </a:pPr>
            <a:endParaRPr lang="en-US" sz="2000" dirty="0">
              <a:solidFill>
                <a:srgbClr val="4157AD"/>
              </a:solidFill>
            </a:endParaRPr>
          </a:p>
          <a:p>
            <a:pPr marL="457200" indent="-457200" eaLnBrk="1" hangingPunct="1">
              <a:lnSpc>
                <a:spcPct val="90000"/>
              </a:lnSpc>
              <a:spcBef>
                <a:spcPct val="50000"/>
              </a:spcBef>
              <a:buClr>
                <a:srgbClr val="004880"/>
              </a:buClr>
              <a:buFontTx/>
              <a:buAutoNum type="arabicPeriod"/>
              <a:defRPr/>
            </a:pPr>
            <a:endParaRPr lang="en-US" sz="2000" dirty="0">
              <a:solidFill>
                <a:srgbClr val="4157A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3230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3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18438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5760" cy="4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pic>
          <p:nvPicPr>
            <p:cNvPr id="18439" name="Picture 4" descr="GEMeatball&amp;Ta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6" y="3956"/>
              <a:ext cx="1008" cy="3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8435" name="Rectangle 5"/>
          <p:cNvSpPr>
            <a:spLocks noGrp="1" noChangeArrowheads="1"/>
          </p:cNvSpPr>
          <p:nvPr>
            <p:ph type="title"/>
          </p:nvPr>
        </p:nvSpPr>
        <p:spPr>
          <a:xfrm>
            <a:off x="355600" y="279400"/>
            <a:ext cx="8459788" cy="2235200"/>
          </a:xfrm>
        </p:spPr>
        <p:txBody>
          <a:bodyPr/>
          <a:lstStyle/>
          <a:p>
            <a:pPr eaLnBrk="1" hangingPunct="1"/>
            <a:r>
              <a:rPr lang="en-US" sz="5000" smtClean="0">
                <a:solidFill>
                  <a:schemeClr val="bg1"/>
                </a:solidFill>
              </a:rPr>
              <a:t>Annex</a:t>
            </a:r>
            <a:br>
              <a:rPr lang="en-US" sz="5000" smtClean="0">
                <a:solidFill>
                  <a:schemeClr val="bg1"/>
                </a:solidFill>
              </a:rPr>
            </a:br>
            <a:r>
              <a:rPr lang="en-US" sz="5000" smtClean="0">
                <a:solidFill>
                  <a:schemeClr val="bg1"/>
                </a:solidFill>
              </a:rPr>
              <a:t>Why The Audit is Happening</a:t>
            </a:r>
          </a:p>
        </p:txBody>
      </p:sp>
      <p:sp>
        <p:nvSpPr>
          <p:cNvPr id="18436" name="Rectangle 5"/>
          <p:cNvSpPr txBox="1">
            <a:spLocks noChangeArrowheads="1"/>
          </p:cNvSpPr>
          <p:nvPr/>
        </p:nvSpPr>
        <p:spPr bwMode="auto">
          <a:xfrm>
            <a:off x="341313" y="2054225"/>
            <a:ext cx="8802687" cy="223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914400" indent="-914400"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>
              <a:lnSpc>
                <a:spcPct val="95000"/>
              </a:lnSpc>
              <a:buFont typeface="Arial" pitchFamily="34" charset="0"/>
              <a:buChar char="•"/>
            </a:pPr>
            <a:r>
              <a:rPr lang="en-US" sz="4000">
                <a:solidFill>
                  <a:schemeClr val="bg1"/>
                </a:solidFill>
              </a:rPr>
              <a:t>A GE Wide initiative</a:t>
            </a:r>
          </a:p>
          <a:p>
            <a:pPr>
              <a:lnSpc>
                <a:spcPct val="95000"/>
              </a:lnSpc>
              <a:buFont typeface="Arial" pitchFamily="34" charset="0"/>
              <a:buChar char="•"/>
            </a:pPr>
            <a:r>
              <a:rPr lang="en-US" sz="4000">
                <a:solidFill>
                  <a:schemeClr val="bg1"/>
                </a:solidFill>
              </a:rPr>
              <a:t>Market trend.</a:t>
            </a:r>
          </a:p>
          <a:p>
            <a:pPr>
              <a:lnSpc>
                <a:spcPct val="95000"/>
              </a:lnSpc>
              <a:buFont typeface="Arial" pitchFamily="34" charset="0"/>
              <a:buChar char="•"/>
            </a:pPr>
            <a:r>
              <a:rPr lang="en-US" sz="4000">
                <a:solidFill>
                  <a:schemeClr val="bg1"/>
                </a:solidFill>
              </a:rPr>
              <a:t>Increased Regulatory control.</a:t>
            </a:r>
          </a:p>
        </p:txBody>
      </p:sp>
    </p:spTree>
    <p:extLst>
      <p:ext uri="{BB962C8B-B14F-4D97-AF65-F5344CB8AC3E}">
        <p14:creationId xmlns:p14="http://schemas.microsoft.com/office/powerpoint/2010/main" val="1849808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355600" y="236538"/>
            <a:ext cx="8459788" cy="1276350"/>
          </a:xfrm>
        </p:spPr>
        <p:txBody>
          <a:bodyPr/>
          <a:lstStyle/>
          <a:p>
            <a:pPr eaLnBrk="1" hangingPunct="1"/>
            <a:r>
              <a:rPr lang="en-US" smtClean="0">
                <a:solidFill>
                  <a:srgbClr val="C00000"/>
                </a:solidFill>
              </a:rPr>
              <a:t>Extract frm Martha Poulter All IT Pitch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10138" y="1270000"/>
            <a:ext cx="4049712" cy="4984750"/>
          </a:xfrm>
          <a:prstGeom prst="roundRect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800" b="1" u="sng" dirty="0">
                <a:solidFill>
                  <a:srgbClr val="FFFFFF"/>
                </a:solidFill>
              </a:rPr>
              <a:t>Consistent, Global Processes</a:t>
            </a:r>
          </a:p>
          <a:p>
            <a:pPr>
              <a:defRPr/>
            </a:pPr>
            <a:endParaRPr lang="en-US" sz="1800" b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b="1" dirty="0">
                <a:solidFill>
                  <a:srgbClr val="FFFFFF"/>
                </a:solidFill>
              </a:rPr>
              <a:t>IT Risk Management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endParaRPr lang="en-US" sz="1800" b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b="1" dirty="0">
                <a:solidFill>
                  <a:srgbClr val="FFFFFF"/>
                </a:solidFill>
              </a:rPr>
              <a:t>IT Security Services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endParaRPr lang="en-US" sz="1800" b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b="1" dirty="0">
                <a:solidFill>
                  <a:srgbClr val="FFFFFF"/>
                </a:solidFill>
              </a:rPr>
              <a:t>IT Policy Coordination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endParaRPr lang="en-US" sz="1800" b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b="1" dirty="0">
                <a:solidFill>
                  <a:srgbClr val="FFFFFF"/>
                </a:solidFill>
              </a:rPr>
              <a:t>Software License Compliance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endParaRPr lang="en-US" sz="1800" b="1" dirty="0">
              <a:solidFill>
                <a:srgbClr val="FFFFFF"/>
              </a:solidFill>
            </a:endParaRP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b="1" dirty="0">
                <a:solidFill>
                  <a:srgbClr val="FFFFFF"/>
                </a:solidFill>
              </a:rPr>
              <a:t>IT Investment &amp; Program Management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30213" y="1270000"/>
            <a:ext cx="4049712" cy="4984750"/>
          </a:xfrm>
          <a:prstGeom prst="roundRect">
            <a:avLst/>
          </a:prstGeom>
          <a:solidFill>
            <a:schemeClr val="tx1">
              <a:lumMod val="60000"/>
              <a:lumOff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>
              <a:defRPr/>
            </a:pPr>
            <a:r>
              <a:rPr lang="en-US" sz="1800" b="1" u="sng" dirty="0">
                <a:solidFill>
                  <a:srgbClr val="FFFFFF"/>
                </a:solidFill>
              </a:rPr>
              <a:t>Federal Reserve Bank</a:t>
            </a:r>
          </a:p>
          <a:p>
            <a:pPr>
              <a:defRPr/>
            </a:pPr>
            <a:r>
              <a:rPr lang="en-US" sz="1800" dirty="0">
                <a:solidFill>
                  <a:srgbClr val="FFFFFF"/>
                </a:solidFill>
              </a:rPr>
              <a:t>“Enhanced Continuous Monitoring”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dirty="0">
                <a:solidFill>
                  <a:srgbClr val="FFFFFF"/>
                </a:solidFill>
              </a:rPr>
              <a:t>5 HQ IT reviews in 7 months</a:t>
            </a:r>
          </a:p>
          <a:p>
            <a:pPr marL="742950" lvl="1" indent="-285750">
              <a:buFont typeface="Wingdings" pitchFamily="2" charset="2"/>
              <a:buChar char="ü"/>
              <a:defRPr/>
            </a:pPr>
            <a:r>
              <a:rPr lang="en-US" sz="1800" dirty="0">
                <a:solidFill>
                  <a:srgbClr val="FFFFFF"/>
                </a:solidFill>
              </a:rPr>
              <a:t>IT Governance</a:t>
            </a:r>
          </a:p>
          <a:p>
            <a:pPr marL="742950" lvl="1" indent="-285750">
              <a:buFont typeface="Wingdings" pitchFamily="2" charset="2"/>
              <a:buChar char="ü"/>
              <a:defRPr/>
            </a:pPr>
            <a:r>
              <a:rPr lang="en-US" sz="1800" dirty="0">
                <a:solidFill>
                  <a:srgbClr val="FFFFFF"/>
                </a:solidFill>
              </a:rPr>
              <a:t>IT Security</a:t>
            </a:r>
          </a:p>
          <a:p>
            <a:pPr marL="742950" lvl="1" indent="-285750">
              <a:buFont typeface="Wingdings" pitchFamily="2" charset="2"/>
              <a:buChar char="Ø"/>
              <a:defRPr/>
            </a:pPr>
            <a:r>
              <a:rPr lang="en-US" sz="1800" dirty="0">
                <a:solidFill>
                  <a:srgbClr val="FFFFFF"/>
                </a:solidFill>
              </a:rPr>
              <a:t>Project management /SDLC</a:t>
            </a:r>
          </a:p>
          <a:p>
            <a:pPr marL="742950" lvl="1" indent="-285750">
              <a:buFont typeface="Courier New" pitchFamily="49" charset="0"/>
              <a:buChar char="o"/>
              <a:defRPr/>
            </a:pPr>
            <a:r>
              <a:rPr lang="en-US" sz="1800" dirty="0">
                <a:solidFill>
                  <a:srgbClr val="FFFFFF"/>
                </a:solidFill>
              </a:rPr>
              <a:t>Vendor management</a:t>
            </a:r>
          </a:p>
          <a:p>
            <a:pPr marL="742950" lvl="1" indent="-285750">
              <a:buFont typeface="Courier New" pitchFamily="49" charset="0"/>
              <a:buChar char="o"/>
              <a:defRPr/>
            </a:pPr>
            <a:r>
              <a:rPr lang="en-US" sz="1800" dirty="0">
                <a:solidFill>
                  <a:srgbClr val="FFFFFF"/>
                </a:solidFill>
              </a:rPr>
              <a:t>DR / BCP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dirty="0">
                <a:solidFill>
                  <a:srgbClr val="FFFFFF"/>
                </a:solidFill>
              </a:rPr>
              <a:t>Field visits planned</a:t>
            </a:r>
          </a:p>
          <a:p>
            <a:pPr marL="742950" lvl="1" indent="-285750">
              <a:buFont typeface="Arial" pitchFamily="34" charset="0"/>
              <a:buChar char="•"/>
              <a:defRPr/>
            </a:pPr>
            <a:r>
              <a:rPr lang="en-US" sz="1800" dirty="0">
                <a:solidFill>
                  <a:srgbClr val="FFFFFF"/>
                </a:solidFill>
              </a:rPr>
              <a:t>Poland end of June</a:t>
            </a:r>
          </a:p>
          <a:p>
            <a:pPr marL="742950" lvl="1" indent="-285750">
              <a:buFont typeface="Arial" pitchFamily="34" charset="0"/>
              <a:buChar char="•"/>
              <a:defRPr/>
            </a:pPr>
            <a:r>
              <a:rPr lang="en-US" sz="1800" dirty="0">
                <a:solidFill>
                  <a:srgbClr val="FFFFFF"/>
                </a:solidFill>
              </a:rPr>
              <a:t>Japan early July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dirty="0">
                <a:solidFill>
                  <a:srgbClr val="FFFFFF"/>
                </a:solidFill>
              </a:rPr>
              <a:t>Theme</a:t>
            </a:r>
          </a:p>
          <a:p>
            <a:pPr>
              <a:defRPr/>
            </a:pPr>
            <a:r>
              <a:rPr lang="en-US" sz="1800" i="1" dirty="0">
                <a:solidFill>
                  <a:srgbClr val="FFFFFF"/>
                </a:solidFill>
              </a:rPr>
              <a:t>Consistent &amp; appropriate oversight</a:t>
            </a:r>
          </a:p>
          <a:p>
            <a:pPr>
              <a:defRPr/>
            </a:pPr>
            <a:r>
              <a:rPr lang="en-US" sz="1800" b="1" u="sng" dirty="0">
                <a:solidFill>
                  <a:srgbClr val="FFFFFF"/>
                </a:solidFill>
              </a:rPr>
              <a:t>Internal Audit</a:t>
            </a:r>
          </a:p>
          <a:p>
            <a:pPr marL="285750" indent="-285750">
              <a:buFont typeface="Wingdings" pitchFamily="2" charset="2"/>
              <a:buChar char="q"/>
              <a:defRPr/>
            </a:pPr>
            <a:r>
              <a:rPr lang="en-US" sz="1800" dirty="0">
                <a:solidFill>
                  <a:srgbClr val="FFFFFF"/>
                </a:solidFill>
              </a:rPr>
              <a:t>166 IT Audits planned for 2012</a:t>
            </a:r>
          </a:p>
          <a:p>
            <a:pPr marL="742950" lvl="1" indent="-285750">
              <a:buFont typeface="Arial" pitchFamily="34" charset="0"/>
              <a:buChar char="•"/>
              <a:defRPr/>
            </a:pPr>
            <a:r>
              <a:rPr lang="en-US" sz="1800" dirty="0">
                <a:solidFill>
                  <a:srgbClr val="FFFFFF"/>
                </a:solidFill>
              </a:rPr>
              <a:t>Don’t get stuck on ratings</a:t>
            </a:r>
          </a:p>
          <a:p>
            <a:pPr marL="742950" lvl="1" indent="-285750">
              <a:buFont typeface="Arial" pitchFamily="34" charset="0"/>
              <a:buChar char="•"/>
              <a:defRPr/>
            </a:pPr>
            <a:r>
              <a:rPr lang="en-US" sz="1800" dirty="0">
                <a:solidFill>
                  <a:srgbClr val="FFFFFF"/>
                </a:solidFill>
              </a:rPr>
              <a:t>Focus on findings</a:t>
            </a:r>
          </a:p>
          <a:p>
            <a:pPr>
              <a:defRPr/>
            </a:pP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1509" name="TextBox 7"/>
          <p:cNvSpPr txBox="1">
            <a:spLocks noChangeArrowheads="1"/>
          </p:cNvSpPr>
          <p:nvPr/>
        </p:nvSpPr>
        <p:spPr bwMode="auto">
          <a:xfrm>
            <a:off x="5980113" y="822325"/>
            <a:ext cx="19097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 algn="ctr"/>
            <a:r>
              <a:rPr lang="en-US" sz="2400">
                <a:solidFill>
                  <a:srgbClr val="1E4191"/>
                </a:solidFill>
              </a:rPr>
              <a:t>Organization</a:t>
            </a:r>
          </a:p>
        </p:txBody>
      </p:sp>
      <p:sp>
        <p:nvSpPr>
          <p:cNvPr id="21510" name="TextBox 8"/>
          <p:cNvSpPr txBox="1">
            <a:spLocks noChangeArrowheads="1"/>
          </p:cNvSpPr>
          <p:nvPr/>
        </p:nvSpPr>
        <p:spPr bwMode="auto">
          <a:xfrm>
            <a:off x="1514475" y="822325"/>
            <a:ext cx="18811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 algn="ctr"/>
            <a:r>
              <a:rPr lang="en-US" sz="2400">
                <a:solidFill>
                  <a:srgbClr val="1E4191"/>
                </a:solidFill>
              </a:rPr>
              <a:t>Environment</a:t>
            </a:r>
          </a:p>
        </p:txBody>
      </p:sp>
      <p:sp>
        <p:nvSpPr>
          <p:cNvPr id="21511" name="Oval 2"/>
          <p:cNvSpPr>
            <a:spLocks noChangeArrowheads="1"/>
          </p:cNvSpPr>
          <p:nvPr/>
        </p:nvSpPr>
        <p:spPr bwMode="auto">
          <a:xfrm>
            <a:off x="5003800" y="3451225"/>
            <a:ext cx="3803650" cy="957263"/>
          </a:xfrm>
          <a:prstGeom prst="ellips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12" name="Oval 9"/>
          <p:cNvSpPr>
            <a:spLocks noChangeArrowheads="1"/>
          </p:cNvSpPr>
          <p:nvPr/>
        </p:nvSpPr>
        <p:spPr bwMode="auto">
          <a:xfrm>
            <a:off x="460375" y="5132388"/>
            <a:ext cx="3805238" cy="1225550"/>
          </a:xfrm>
          <a:prstGeom prst="ellipse">
            <a:avLst/>
          </a:prstGeom>
          <a:noFill/>
          <a:ln w="57150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535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8"/>
          <p:cNvSpPr>
            <a:spLocks noGrp="1"/>
          </p:cNvSpPr>
          <p:nvPr>
            <p:ph type="title"/>
          </p:nvPr>
        </p:nvSpPr>
        <p:spPr>
          <a:xfrm>
            <a:off x="93663" y="87313"/>
            <a:ext cx="8459787" cy="998537"/>
          </a:xfrm>
        </p:spPr>
        <p:txBody>
          <a:bodyPr/>
          <a:lstStyle/>
          <a:p>
            <a:r>
              <a:rPr lang="en-US" u="sng" smtClean="0"/>
              <a:t>Remediation Strategy</a:t>
            </a:r>
          </a:p>
        </p:txBody>
      </p:sp>
      <p:graphicFrame>
        <p:nvGraphicFramePr>
          <p:cNvPr id="3" name="Diagram 2"/>
          <p:cNvGraphicFramePr/>
          <p:nvPr/>
        </p:nvGraphicFramePr>
        <p:xfrm>
          <a:off x="1787397" y="779482"/>
          <a:ext cx="4769922" cy="5274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2532" name="TextBox 3"/>
          <p:cNvSpPr txBox="1">
            <a:spLocks noChangeArrowheads="1"/>
          </p:cNvSpPr>
          <p:nvPr/>
        </p:nvSpPr>
        <p:spPr bwMode="auto">
          <a:xfrm>
            <a:off x="6681788" y="889000"/>
            <a:ext cx="110013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sz="1200">
                <a:solidFill>
                  <a:srgbClr val="1E4191"/>
                </a:solidFill>
              </a:rPr>
              <a:t>SW Gov Team</a:t>
            </a:r>
          </a:p>
        </p:txBody>
      </p:sp>
      <p:sp>
        <p:nvSpPr>
          <p:cNvPr id="22533" name="TextBox 14"/>
          <p:cNvSpPr txBox="1">
            <a:spLocks noChangeArrowheads="1"/>
          </p:cNvSpPr>
          <p:nvPr/>
        </p:nvSpPr>
        <p:spPr bwMode="auto">
          <a:xfrm>
            <a:off x="6681788" y="1754188"/>
            <a:ext cx="11001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sz="1200">
                <a:solidFill>
                  <a:srgbClr val="1E4191"/>
                </a:solidFill>
              </a:rPr>
              <a:t>Business &amp;</a:t>
            </a:r>
          </a:p>
          <a:p>
            <a:r>
              <a:rPr lang="en-US" sz="1200">
                <a:solidFill>
                  <a:srgbClr val="1E4191"/>
                </a:solidFill>
              </a:rPr>
              <a:t>SW Gov Team</a:t>
            </a:r>
          </a:p>
        </p:txBody>
      </p:sp>
      <p:sp>
        <p:nvSpPr>
          <p:cNvPr id="22534" name="TextBox 15"/>
          <p:cNvSpPr txBox="1">
            <a:spLocks noChangeArrowheads="1"/>
          </p:cNvSpPr>
          <p:nvPr/>
        </p:nvSpPr>
        <p:spPr bwMode="auto">
          <a:xfrm>
            <a:off x="6781800" y="2824163"/>
            <a:ext cx="763588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 algn="ctr"/>
            <a:r>
              <a:rPr lang="en-US" sz="1200">
                <a:solidFill>
                  <a:srgbClr val="1E4191"/>
                </a:solidFill>
              </a:rPr>
              <a:t>Business</a:t>
            </a:r>
          </a:p>
        </p:txBody>
      </p:sp>
      <p:sp>
        <p:nvSpPr>
          <p:cNvPr id="22535" name="TextBox 16"/>
          <p:cNvSpPr txBox="1">
            <a:spLocks noChangeArrowheads="1"/>
          </p:cNvSpPr>
          <p:nvPr/>
        </p:nvSpPr>
        <p:spPr bwMode="auto">
          <a:xfrm>
            <a:off x="6681788" y="3757613"/>
            <a:ext cx="1100137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sz="1200">
                <a:solidFill>
                  <a:srgbClr val="1E4191"/>
                </a:solidFill>
              </a:rPr>
              <a:t>SW Gov Team</a:t>
            </a:r>
          </a:p>
        </p:txBody>
      </p:sp>
      <p:sp>
        <p:nvSpPr>
          <p:cNvPr id="22536" name="TextBox 17"/>
          <p:cNvSpPr txBox="1">
            <a:spLocks noChangeArrowheads="1"/>
          </p:cNvSpPr>
          <p:nvPr/>
        </p:nvSpPr>
        <p:spPr bwMode="auto">
          <a:xfrm>
            <a:off x="6667500" y="4649788"/>
            <a:ext cx="110013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sz="1200">
                <a:solidFill>
                  <a:srgbClr val="1E4191"/>
                </a:solidFill>
              </a:rPr>
              <a:t>SW Gov Team</a:t>
            </a:r>
          </a:p>
        </p:txBody>
      </p:sp>
      <p:sp>
        <p:nvSpPr>
          <p:cNvPr id="22537" name="TextBox 18"/>
          <p:cNvSpPr txBox="1">
            <a:spLocks noChangeArrowheads="1"/>
          </p:cNvSpPr>
          <p:nvPr/>
        </p:nvSpPr>
        <p:spPr bwMode="auto">
          <a:xfrm>
            <a:off x="6770688" y="5608638"/>
            <a:ext cx="70326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pPr algn="ctr"/>
            <a:r>
              <a:rPr lang="en-US" sz="1200">
                <a:solidFill>
                  <a:srgbClr val="1E4191"/>
                </a:solidFill>
              </a:rPr>
              <a:t>Finance</a:t>
            </a:r>
          </a:p>
        </p:txBody>
      </p:sp>
      <p:sp>
        <p:nvSpPr>
          <p:cNvPr id="22538" name="TextBox 30"/>
          <p:cNvSpPr txBox="1">
            <a:spLocks noChangeArrowheads="1"/>
          </p:cNvSpPr>
          <p:nvPr/>
        </p:nvSpPr>
        <p:spPr bwMode="auto">
          <a:xfrm>
            <a:off x="3408363" y="6164263"/>
            <a:ext cx="34131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sz="2400" b="1">
                <a:solidFill>
                  <a:srgbClr val="1E4191"/>
                </a:solidFill>
              </a:rPr>
              <a:t>* Tactical Solution Only</a:t>
            </a:r>
          </a:p>
        </p:txBody>
      </p:sp>
      <p:sp>
        <p:nvSpPr>
          <p:cNvPr id="22539" name="TextBox 4"/>
          <p:cNvSpPr txBox="1">
            <a:spLocks noChangeArrowheads="1"/>
          </p:cNvSpPr>
          <p:nvPr/>
        </p:nvSpPr>
        <p:spPr bwMode="auto">
          <a:xfrm>
            <a:off x="4514850" y="3311525"/>
            <a:ext cx="20970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sz="1200" b="1">
                <a:solidFill>
                  <a:srgbClr val="FF0000"/>
                </a:solidFill>
              </a:rPr>
              <a:t>Remediation Period Expires</a:t>
            </a:r>
          </a:p>
        </p:txBody>
      </p:sp>
      <p:sp>
        <p:nvSpPr>
          <p:cNvPr id="22540" name="TextBox 11"/>
          <p:cNvSpPr txBox="1">
            <a:spLocks noChangeArrowheads="1"/>
          </p:cNvSpPr>
          <p:nvPr/>
        </p:nvSpPr>
        <p:spPr bwMode="auto">
          <a:xfrm>
            <a:off x="0" y="6100763"/>
            <a:ext cx="2262188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tx1"/>
                </a:solidFill>
                <a:latin typeface="GE Inspira" pitchFamily="34" charset="0"/>
              </a:defRPr>
            </a:lvl1pPr>
            <a:lvl2pPr marL="742950" indent="-285750">
              <a:defRPr sz="3200">
                <a:solidFill>
                  <a:schemeClr val="tx1"/>
                </a:solidFill>
                <a:latin typeface="GE Inspira" pitchFamily="34" charset="0"/>
              </a:defRPr>
            </a:lvl2pPr>
            <a:lvl3pPr marL="11430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3pPr>
            <a:lvl4pPr marL="16002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4pPr>
            <a:lvl5pPr marL="2057400" indent="-228600">
              <a:defRPr sz="3200">
                <a:solidFill>
                  <a:schemeClr val="tx1"/>
                </a:solidFill>
                <a:latin typeface="GE Inspir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chemeClr val="tx1"/>
                </a:solidFill>
                <a:latin typeface="GE Inspira" pitchFamily="34" charset="0"/>
              </a:defRPr>
            </a:lvl9pPr>
          </a:lstStyle>
          <a:p>
            <a:r>
              <a:rPr lang="en-US" sz="1000"/>
              <a:t>Generic  High Level Process</a:t>
            </a:r>
          </a:p>
        </p:txBody>
      </p:sp>
    </p:spTree>
    <p:extLst>
      <p:ext uri="{BB962C8B-B14F-4D97-AF65-F5344CB8AC3E}">
        <p14:creationId xmlns:p14="http://schemas.microsoft.com/office/powerpoint/2010/main" val="305965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5143"/>
          <p:cNvSpPr txBox="1">
            <a:spLocks/>
          </p:cNvSpPr>
          <p:nvPr/>
        </p:nvSpPr>
        <p:spPr>
          <a:xfrm>
            <a:off x="209550" y="280988"/>
            <a:ext cx="8459788" cy="750887"/>
          </a:xfrm>
          <a:prstGeom prst="rect">
            <a:avLst/>
          </a:prstGeom>
        </p:spPr>
        <p:txBody>
          <a:bodyPr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>
                <a:solidFill>
                  <a:srgbClr val="1E4191"/>
                </a:solidFill>
                <a:latin typeface="GE Inspira" pitchFamily="34" charset="0"/>
              </a:defRPr>
            </a:lvl9pPr>
          </a:lstStyle>
          <a:p>
            <a:pPr eaLnBrk="0" hangingPunct="0"/>
            <a:r>
              <a:rPr lang="en-GB" dirty="0" smtClean="0"/>
              <a:t>2013/14 SAM Stack</a:t>
            </a:r>
          </a:p>
        </p:txBody>
      </p:sp>
      <p:graphicFrame>
        <p:nvGraphicFramePr>
          <p:cNvPr id="3" name="Diagram 2"/>
          <p:cNvGraphicFramePr/>
          <p:nvPr>
            <p:extLst>
              <p:ext uri="{D42A27DB-BD31-4B8C-83A1-F6EECF244321}">
                <p14:modId xmlns:p14="http://schemas.microsoft.com/office/powerpoint/2010/main" val="2135853277"/>
              </p:ext>
            </p:extLst>
          </p:nvPr>
        </p:nvGraphicFramePr>
        <p:xfrm>
          <a:off x="299864" y="1556792"/>
          <a:ext cx="4416152" cy="31841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940063" y="1484784"/>
            <a:ext cx="416844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Rationalized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: SW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Inventory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,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Realtime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Dashboard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,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Integrated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SW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Lifecycle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processes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,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best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in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class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market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standard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.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All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Software in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Scope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2014/2015</a:t>
            </a:r>
            <a:endParaRPr lang="es-ES" sz="1600" dirty="0">
              <a:solidFill>
                <a:srgbClr val="1E4191"/>
              </a:solidFill>
              <a:latin typeface="GE Inspira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940062" y="3861048"/>
            <a:ext cx="4168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Basic: SW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Inventory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, 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Monthly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partial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dashboard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, Ad hoc  SW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Lifecycle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processes</a:t>
            </a:r>
            <a:r>
              <a:rPr lang="es-ES_tradnl" sz="1600" dirty="0">
                <a:solidFill>
                  <a:srgbClr val="1E4191"/>
                </a:solidFill>
                <a:latin typeface="GE Inspira" pitchFamily="34" charset="0"/>
              </a:rPr>
              <a:t>.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Now</a:t>
            </a:r>
            <a:r>
              <a:rPr lang="es-ES_tradnl" sz="1600" dirty="0">
                <a:solidFill>
                  <a:srgbClr val="1E4191"/>
                </a:solidFill>
                <a:latin typeface="GE Inspira" pitchFamily="34" charset="0"/>
              </a:rPr>
              <a:t>.</a:t>
            </a:r>
            <a:endParaRPr lang="es-ES" sz="1600" dirty="0">
              <a:solidFill>
                <a:srgbClr val="1E4191"/>
              </a:solidFill>
              <a:latin typeface="GE Inspira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918088" y="2708920"/>
            <a:ext cx="41684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Standardized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: SW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Inventory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, 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Integrated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SW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lifecycle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processes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,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monthly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 top 10 </a:t>
            </a:r>
            <a:r>
              <a:rPr lang="es-ES_tradnl" sz="1600" dirty="0" err="1" smtClean="0">
                <a:solidFill>
                  <a:srgbClr val="1E4191"/>
                </a:solidFill>
                <a:latin typeface="GE Inspira" pitchFamily="34" charset="0"/>
              </a:rPr>
              <a:t>dashboard</a:t>
            </a:r>
            <a:r>
              <a:rPr lang="es-ES_tradnl" sz="1600" dirty="0" smtClean="0">
                <a:solidFill>
                  <a:srgbClr val="1E4191"/>
                </a:solidFill>
                <a:latin typeface="GE Inspira" pitchFamily="34" charset="0"/>
              </a:rPr>
              <a:t>.</a:t>
            </a:r>
            <a:endParaRPr lang="es-ES" sz="1600" dirty="0">
              <a:solidFill>
                <a:srgbClr val="1E4191"/>
              </a:solidFill>
              <a:latin typeface="GE Inspir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607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6.0&quot;&gt;&lt;object type=&quot;1&quot; unique_id=&quot;10001&quot;&gt;&lt;object type=&quot;8&quot; unique_id=&quot;10435&quot;&gt;&lt;/object&gt;&lt;object type=&quot;2&quot; unique_id=&quot;10436&quot;&gt;&lt;object type=&quot;3&quot; unique_id=&quot;10437&quot;&gt;&lt;property id=&quot;20148&quot; value=&quot;5&quot;/&gt;&lt;property id=&quot;20300&quot; value=&quot;Slide 1 - &amp;quot;Welcome to the CAS&amp;#x0D;&amp;#x0A;PowerPoint template!&amp;quot;&quot;/&gt;&lt;property id=&quot;20307&quot; value=&quot;286&quot;/&gt;&lt;/object&gt;&lt;object type=&quot;3&quot; unique_id=&quot;10438&quot;&gt;&lt;property id=&quot;20148&quot; value=&quot;5&quot;/&gt;&lt;property id=&quot;20300&quot; value=&quot;Slide 2 - &amp;quot;Update your footer&amp;quot;&quot;/&gt;&lt;property id=&quot;20307&quot; value=&quot;258&quot;/&gt;&lt;/object&gt;&lt;object type=&quot;3&quot; unique_id=&quot;10439&quot;&gt;&lt;property id=&quot;20148&quot; value=&quot;5&quot;/&gt;&lt;property id=&quot;20300&quot; value=&quot;Slide 3 - &amp;quot;Use bullets sparingly, if at all&amp;quot;&quot;/&gt;&lt;property id=&quot;20307&quot; value=&quot;306&quot;/&gt;&lt;/object&gt;&lt;object type=&quot;3&quot; unique_id=&quot;10440&quot;&gt;&lt;property id=&quot;20148&quot; value=&quot;5&quot;/&gt;&lt;property id=&quot;20300&quot; value=&quot;Slide 4 - &amp;quot;Use bullets sparingly, if at all&amp;quot;&quot;/&gt;&lt;property id=&quot;20307&quot; value=&quot;307&quot;/&gt;&lt;/object&gt;&lt;object type=&quot;3&quot; unique_id=&quot;10441&quot;&gt;&lt;property id=&quot;20148&quot; value=&quot;5&quot;/&gt;&lt;property id=&quot;20300&quot; value=&quot;Slide 5 - &amp;quot;The temporary grid serves as an underlying structure for your layouts&amp;quot;&quot;/&gt;&lt;property id=&quot;20307&quot; value=&quot;299&quot;/&gt;&lt;/object&gt;&lt;object type=&quot;3&quot; unique_id=&quot;10442&quot;&gt;&lt;property id=&quot;20148&quot; value=&quot;5&quot;/&gt;&lt;property id=&quot;20300&quot; value=&quot;Slide 6 - &amp;quot;Fill a screen completely with an image if it powers your story forward – do not use the Monogram and tagline lock-u&quot;/&gt;&lt;property id=&quot;20307&quot; value=&quot;271&quot;/&gt;&lt;/object&gt;&lt;object type=&quot;3&quot; unique_id=&quot;10443&quot;&gt;&lt;property id=&quot;20148&quot; value=&quot;5&quot;/&gt;&lt;property id=&quot;20300&quot; value=&quot;Slide 7 - &amp;quot;“This is a powerful way to present a meaningful quote with an image”&amp;#x0D;&amp;#x0A;Attribution Position&amp;quot;&quot;/&gt;&lt;property id=&quot;20307&quot; value=&quot;272&quot;/&gt;&lt;/object&gt;&lt;object type=&quot;3&quot; unique_id=&quot;10444&quot;&gt;&lt;property id=&quot;20148&quot; value=&quot;5&quot;/&gt;&lt;property id=&quot;20300&quot; value=&quot;Slide 8 - &amp;quot;Example of charts&amp;quot;&quot;/&gt;&lt;property id=&quot;20307&quot; value=&quot;302&quot;/&gt;&lt;/object&gt;&lt;object type=&quot;3&quot; unique_id=&quot;10445&quot;&gt;&lt;property id=&quot;20148&quot; value=&quot;5&quot;/&gt;&lt;property id=&quot;20300&quot; value=&quot;Slide 9 - &amp;quot;Example of charts&amp;quot;&quot;/&gt;&lt;property id=&quot;20307&quot; value=&quot;303&quot;/&gt;&lt;/object&gt;&lt;object type=&quot;3&quot; unique_id=&quot;10446&quot;&gt;&lt;property id=&quot;20148&quot; value=&quot;5&quot;/&gt;&lt;property id=&quot;20300&quot; value=&quot;Slide 10 - &amp;quot;Example of charts&amp;quot;&quot;/&gt;&lt;property id=&quot;20307&quot; value=&quot;304&quot;/&gt;&lt;/object&gt;&lt;object type=&quot;3&quot; unique_id=&quot;10447&quot;&gt;&lt;property id=&quot;20148&quot; value=&quot;5&quot;/&gt;&lt;property id=&quot;20300&quot; value=&quot;Slide 11 - &amp;quot;Example of charts&amp;quot;&quot;/&gt;&lt;property id=&quot;20307&quot; value=&quot;305&quot;/&gt;&lt;/object&gt;&lt;object type=&quot;3&quot; unique_id=&quot;10448&quot;&gt;&lt;property id=&quot;20148&quot; value=&quot;5&quot;/&gt;&lt;property id=&quot;20300&quot; value=&quot;Slide 12 - &amp;quot;Use divider slides to separate different sections of your pitch&amp;quot;&quot;/&gt;&lt;property id=&quot;20307&quot; value=&quot;310&quot;/&gt;&lt;/object&gt;&lt;object type=&quot;3&quot; unique_id=&quot;10449&quot;&gt;&lt;property id=&quot;20148&quot; value=&quot;5&quot;/&gt;&lt;property id=&quot;20300&quot; value=&quot;Slide 13 - &amp;quot;Use divider slides to separate different sections of your pitch&amp;quot;&quot;/&gt;&lt;property id=&quot;20307&quot; value=&quot;311&quot;/&gt;&lt;/object&gt;&lt;object type=&quot;3&quot; unique_id=&quot;10450&quot;&gt;&lt;property id=&quot;20148&quot; value=&quot;5&quot;/&gt;&lt;property id=&quot;20300&quot; value=&quot;Slide 14 - &amp;quot;Use divider slides to separate different sections of your pitch&amp;quot;&quot;/&gt;&lt;property id=&quot;20307&quot; value=&quot;312&quot;/&gt;&lt;/object&gt;&lt;object type=&quot;3&quot; unique_id=&quot;10451&quot;&gt;&lt;property id=&quot;20148&quot; value=&quot;5&quot;/&gt;&lt;property id=&quot;20300&quot; value=&quot;Slide 15 - &amp;quot;Use divider slides to separate different sections of your pitch&amp;quot;&quot;/&gt;&lt;property id=&quot;20307&quot; value=&quot;313&quot;/&gt;&lt;/object&gt;&lt;object type=&quot;3&quot; unique_id=&quot;10452&quot;&gt;&lt;property id=&quot;20148&quot; value=&quot;5&quot;/&gt;&lt;property id=&quot;20300&quot; value=&quot;Slide 16 - &amp;quot;Use divider slides to separate different sections of your pitch&amp;quot;&quot;/&gt;&lt;property id=&quot;20307&quot; value=&quot;314&quot;/&gt;&lt;/object&gt;&lt;object type=&quot;3&quot; unique_id=&quot;10453&quot;&gt;&lt;property id=&quot;20148&quot; value=&quot;5&quot;/&gt;&lt;property id=&quot;20300&quot; value=&quot;Slide 17 - &amp;quot;Use divider slides to separate different sections of your pitch&amp;quot;&quot;/&gt;&lt;property id=&quot;20307&quot; value=&quot;315&quot;/&gt;&lt;/object&gt;&lt;object type=&quot;3&quot; unique_id=&quot;10454&quot;&gt;&lt;property id=&quot;20148&quot; value=&quot;5&quot;/&gt;&lt;property id=&quot;20300&quot; value=&quot;Slide 18 - &amp;quot;Use divider slides to separate different sections of your pitch&amp;quot;&quot;/&gt;&lt;property id=&quot;20307&quot; value=&quot;316&quot;/&gt;&lt;/object&gt;&lt;object type=&quot;3&quot; unique_id=&quot;10455&quot;&gt;&lt;property id=&quot;20148&quot; value=&quot;5&quot;/&gt;&lt;property id=&quot;20300&quot; value=&quot;Slide 19 - &amp;quot;Colors in this template (RGB)&amp;quot;&quot;/&gt;&lt;property id=&quot;20307&quot; value=&quot;290&quot;/&gt;&lt;/object&gt;&lt;object type=&quot;3&quot; unique_id=&quot;10456&quot;&gt;&lt;property id=&quot;20148&quot; value=&quot;5&quot;/&gt;&lt;property id=&quot;20300&quot; value=&quot;Slide 20&quot;/&gt;&lt;property id=&quot;20307&quot; value=&quot;309&quot;/&gt;&lt;/object&gt;&lt;/object&gt;&lt;/object&gt;&lt;/database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ELEMTYPE" val="41"/>
</p:tagLst>
</file>

<file path=ppt/theme/theme1.xml><?xml version="1.0" encoding="utf-8"?>
<a:theme xmlns:a="http://schemas.openxmlformats.org/drawingml/2006/main" name="CAS_Office2010_PowerPoint_template">
  <a:themeElements>
    <a:clrScheme name="GE Colour Palette">
      <a:dk1>
        <a:srgbClr val="1E4191"/>
      </a:dk1>
      <a:lt1>
        <a:srgbClr val="FFFFFF"/>
      </a:lt1>
      <a:dk2>
        <a:srgbClr val="FF6600"/>
      </a:dk2>
      <a:lt2>
        <a:srgbClr val="EE3324"/>
      </a:lt2>
      <a:accent1>
        <a:srgbClr val="711371"/>
      </a:accent1>
      <a:accent2>
        <a:srgbClr val="28B9F5"/>
      </a:accent2>
      <a:accent3>
        <a:srgbClr val="00AA50"/>
      </a:accent3>
      <a:accent4>
        <a:srgbClr val="CD0078"/>
      </a:accent4>
      <a:accent5>
        <a:srgbClr val="76B900"/>
      </a:accent5>
      <a:accent6>
        <a:srgbClr val="EBD70A"/>
      </a:accent6>
      <a:hlink>
        <a:srgbClr val="EE3324"/>
      </a:hlink>
      <a:folHlink>
        <a:srgbClr val="EE3324"/>
      </a:folHlink>
    </a:clrScheme>
    <a:fontScheme name="GE Fonts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SC Vikram v1">
  <a:themeElements>
    <a:clrScheme name="">
      <a:dk1>
        <a:srgbClr val="1E4191"/>
      </a:dk1>
      <a:lt1>
        <a:srgbClr val="FFFFFF"/>
      </a:lt1>
      <a:dk2>
        <a:srgbClr val="FF6600"/>
      </a:dk2>
      <a:lt2>
        <a:srgbClr val="00AA50"/>
      </a:lt2>
      <a:accent1>
        <a:srgbClr val="9B50D7"/>
      </a:accent1>
      <a:accent2>
        <a:srgbClr val="28B9F5"/>
      </a:accent2>
      <a:accent3>
        <a:srgbClr val="FFFFFF"/>
      </a:accent3>
      <a:accent4>
        <a:srgbClr val="18367B"/>
      </a:accent4>
      <a:accent5>
        <a:srgbClr val="CBB3E8"/>
      </a:accent5>
      <a:accent6>
        <a:srgbClr val="23A7DE"/>
      </a:accent6>
      <a:hlink>
        <a:srgbClr val="CD0078"/>
      </a:hlink>
      <a:folHlink>
        <a:srgbClr val="23E100"/>
      </a:folHlink>
    </a:clrScheme>
    <a:fontScheme name="SSC Vikram v1">
      <a:majorFont>
        <a:latin typeface="GE Inspira"/>
        <a:ea typeface=""/>
        <a:cs typeface=""/>
      </a:majorFont>
      <a:minorFont>
        <a:latin typeface="GE Inspi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" pitchFamily="34" charset="0"/>
          </a:defRPr>
        </a:defPPr>
      </a:lstStyle>
    </a:lnDef>
  </a:objectDefaults>
  <a:extraClrSchemeLst>
    <a:extraClrScheme>
      <a:clrScheme name="SSC Vikram v1 1">
        <a:dk1>
          <a:srgbClr val="1E4191"/>
        </a:dk1>
        <a:lt1>
          <a:srgbClr val="FFFFFF"/>
        </a:lt1>
        <a:dk2>
          <a:srgbClr val="FF6600"/>
        </a:dk2>
        <a:lt2>
          <a:srgbClr val="00AA50"/>
        </a:lt2>
        <a:accent1>
          <a:srgbClr val="9B50D7"/>
        </a:accent1>
        <a:accent2>
          <a:srgbClr val="28B9F5"/>
        </a:accent2>
        <a:accent3>
          <a:srgbClr val="FFFFFF"/>
        </a:accent3>
        <a:accent4>
          <a:srgbClr val="18367B"/>
        </a:accent4>
        <a:accent5>
          <a:srgbClr val="CBB3E8"/>
        </a:accent5>
        <a:accent6>
          <a:srgbClr val="23A7DE"/>
        </a:accent6>
        <a:hlink>
          <a:srgbClr val="EBD70A"/>
        </a:hlink>
        <a:folHlink>
          <a:srgbClr val="23E1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ank Presentation">
  <a:themeElements>
    <a:clrScheme name="Blank Presentation 1">
      <a:dk1>
        <a:srgbClr val="4157AD"/>
      </a:dk1>
      <a:lt1>
        <a:srgbClr val="FFFFFF"/>
      </a:lt1>
      <a:dk2>
        <a:srgbClr val="7C9DFD"/>
      </a:dk2>
      <a:lt2>
        <a:srgbClr val="808080"/>
      </a:lt2>
      <a:accent1>
        <a:srgbClr val="4157AD"/>
      </a:accent1>
      <a:accent2>
        <a:srgbClr val="B9CAFD"/>
      </a:accent2>
      <a:accent3>
        <a:srgbClr val="FFFFFF"/>
      </a:accent3>
      <a:accent4>
        <a:srgbClr val="364993"/>
      </a:accent4>
      <a:accent5>
        <a:srgbClr val="B0B4D3"/>
      </a:accent5>
      <a:accent6>
        <a:srgbClr val="A7B7E5"/>
      </a:accent6>
      <a:hlink>
        <a:srgbClr val="14187A"/>
      </a:hlink>
      <a:folHlink>
        <a:srgbClr val="7C9EFE"/>
      </a:folHlink>
    </a:clrScheme>
    <a:fontScheme name="Blank Presentation">
      <a:majorFont>
        <a:latin typeface="GE Inspira"/>
        <a:ea typeface=""/>
        <a:cs typeface=""/>
      </a:majorFont>
      <a:minorFont>
        <a:latin typeface="GE Inspi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" pitchFamily="34" charset="0"/>
          </a:defRPr>
        </a:defPPr>
      </a:lstStyle>
    </a:lnDef>
  </a:objectDefaults>
  <a:extraClrSchemeLst>
    <a:extraClrScheme>
      <a:clrScheme name="Blank Presentation 1">
        <a:dk1>
          <a:srgbClr val="4157AD"/>
        </a:dk1>
        <a:lt1>
          <a:srgbClr val="FFFFFF"/>
        </a:lt1>
        <a:dk2>
          <a:srgbClr val="7C9DFD"/>
        </a:dk2>
        <a:lt2>
          <a:srgbClr val="808080"/>
        </a:lt2>
        <a:accent1>
          <a:srgbClr val="4157AD"/>
        </a:accent1>
        <a:accent2>
          <a:srgbClr val="B9CAFD"/>
        </a:accent2>
        <a:accent3>
          <a:srgbClr val="FFFFFF"/>
        </a:accent3>
        <a:accent4>
          <a:srgbClr val="364993"/>
        </a:accent4>
        <a:accent5>
          <a:srgbClr val="B0B4D3"/>
        </a:accent5>
        <a:accent6>
          <a:srgbClr val="A7B7E5"/>
        </a:accent6>
        <a:hlink>
          <a:srgbClr val="14187A"/>
        </a:hlink>
        <a:folHlink>
          <a:srgbClr val="7C9EF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1_blank">
  <a:themeElements>
    <a:clrScheme name="GE Colour Palette">
      <a:dk1>
        <a:srgbClr val="1E4191"/>
      </a:dk1>
      <a:lt1>
        <a:srgbClr val="FFFFFF"/>
      </a:lt1>
      <a:dk2>
        <a:srgbClr val="FF6600"/>
      </a:dk2>
      <a:lt2>
        <a:srgbClr val="EE3324"/>
      </a:lt2>
      <a:accent1>
        <a:srgbClr val="711371"/>
      </a:accent1>
      <a:accent2>
        <a:srgbClr val="28B9F5"/>
      </a:accent2>
      <a:accent3>
        <a:srgbClr val="00AA50"/>
      </a:accent3>
      <a:accent4>
        <a:srgbClr val="CD0078"/>
      </a:accent4>
      <a:accent5>
        <a:srgbClr val="76B900"/>
      </a:accent5>
      <a:accent6>
        <a:srgbClr val="EBD70A"/>
      </a:accent6>
      <a:hlink>
        <a:srgbClr val="EE3324"/>
      </a:hlink>
      <a:folHlink>
        <a:srgbClr val="EE3324"/>
      </a:folHlink>
    </a:clrScheme>
    <a:fontScheme name="GE Fonts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CAS_Office2010_PowerPoint_template">
  <a:themeElements>
    <a:clrScheme name="GE Colour Palette">
      <a:dk1>
        <a:srgbClr val="1E4191"/>
      </a:dk1>
      <a:lt1>
        <a:srgbClr val="FFFFFF"/>
      </a:lt1>
      <a:dk2>
        <a:srgbClr val="FF6600"/>
      </a:dk2>
      <a:lt2>
        <a:srgbClr val="EE3324"/>
      </a:lt2>
      <a:accent1>
        <a:srgbClr val="711371"/>
      </a:accent1>
      <a:accent2>
        <a:srgbClr val="28B9F5"/>
      </a:accent2>
      <a:accent3>
        <a:srgbClr val="00AA50"/>
      </a:accent3>
      <a:accent4>
        <a:srgbClr val="CD0078"/>
      </a:accent4>
      <a:accent5>
        <a:srgbClr val="76B900"/>
      </a:accent5>
      <a:accent6>
        <a:srgbClr val="EBD70A"/>
      </a:accent6>
      <a:hlink>
        <a:srgbClr val="EE3324"/>
      </a:hlink>
      <a:folHlink>
        <a:srgbClr val="EE3324"/>
      </a:folHlink>
    </a:clrScheme>
    <a:fontScheme name="GE Fonts">
      <a:majorFont>
        <a:latin typeface="GE Inspira Pitch"/>
        <a:ea typeface=""/>
        <a:cs typeface=""/>
      </a:majorFont>
      <a:minorFont>
        <a:latin typeface="GE Inspira Pitch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Blank Presentation">
  <a:themeElements>
    <a:clrScheme name="Blank Presentation 1">
      <a:dk1>
        <a:srgbClr val="4157AD"/>
      </a:dk1>
      <a:lt1>
        <a:srgbClr val="FFFFFF"/>
      </a:lt1>
      <a:dk2>
        <a:srgbClr val="7C9DFD"/>
      </a:dk2>
      <a:lt2>
        <a:srgbClr val="808080"/>
      </a:lt2>
      <a:accent1>
        <a:srgbClr val="4157AD"/>
      </a:accent1>
      <a:accent2>
        <a:srgbClr val="B9CAFD"/>
      </a:accent2>
      <a:accent3>
        <a:srgbClr val="FFFFFF"/>
      </a:accent3>
      <a:accent4>
        <a:srgbClr val="364993"/>
      </a:accent4>
      <a:accent5>
        <a:srgbClr val="B0B4D3"/>
      </a:accent5>
      <a:accent6>
        <a:srgbClr val="A7B7E5"/>
      </a:accent6>
      <a:hlink>
        <a:srgbClr val="14187A"/>
      </a:hlink>
      <a:folHlink>
        <a:srgbClr val="7C9EFE"/>
      </a:folHlink>
    </a:clrScheme>
    <a:fontScheme name="Blank Presentation">
      <a:majorFont>
        <a:latin typeface="GE Inspira"/>
        <a:ea typeface=""/>
        <a:cs typeface=""/>
      </a:majorFont>
      <a:minorFont>
        <a:latin typeface="GE Inspir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AU" sz="3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GE Inspira" pitchFamily="34" charset="0"/>
          </a:defRPr>
        </a:defPPr>
      </a:lstStyle>
    </a:lnDef>
  </a:objectDefaults>
  <a:extraClrSchemeLst>
    <a:extraClrScheme>
      <a:clrScheme name="Blank Presentation 1">
        <a:dk1>
          <a:srgbClr val="4157AD"/>
        </a:dk1>
        <a:lt1>
          <a:srgbClr val="FFFFFF"/>
        </a:lt1>
        <a:dk2>
          <a:srgbClr val="7C9DFD"/>
        </a:dk2>
        <a:lt2>
          <a:srgbClr val="808080"/>
        </a:lt2>
        <a:accent1>
          <a:srgbClr val="4157AD"/>
        </a:accent1>
        <a:accent2>
          <a:srgbClr val="B9CAFD"/>
        </a:accent2>
        <a:accent3>
          <a:srgbClr val="FFFFFF"/>
        </a:accent3>
        <a:accent4>
          <a:srgbClr val="364993"/>
        </a:accent4>
        <a:accent5>
          <a:srgbClr val="B0B4D3"/>
        </a:accent5>
        <a:accent6>
          <a:srgbClr val="A7B7E5"/>
        </a:accent6>
        <a:hlink>
          <a:srgbClr val="14187A"/>
        </a:hlink>
        <a:folHlink>
          <a:srgbClr val="7C9EFE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4880"/>
      </a:dk2>
      <a:lt2>
        <a:srgbClr val="CECECE"/>
      </a:lt2>
      <a:accent1>
        <a:srgbClr val="004880"/>
      </a:accent1>
      <a:accent2>
        <a:srgbClr val="B3D7E8"/>
      </a:accent2>
      <a:accent3>
        <a:srgbClr val="FFFFFF"/>
      </a:accent3>
      <a:accent4>
        <a:srgbClr val="000000"/>
      </a:accent4>
      <a:accent5>
        <a:srgbClr val="AAB1C0"/>
      </a:accent5>
      <a:accent6>
        <a:srgbClr val="A2C3D2"/>
      </a:accent6>
      <a:hlink>
        <a:srgbClr val="094CAD"/>
      </a:hlink>
      <a:folHlink>
        <a:srgbClr val="4393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4880"/>
      </a:dk2>
      <a:lt2>
        <a:srgbClr val="CECECE"/>
      </a:lt2>
      <a:accent1>
        <a:srgbClr val="004880"/>
      </a:accent1>
      <a:accent2>
        <a:srgbClr val="B3D7E8"/>
      </a:accent2>
      <a:accent3>
        <a:srgbClr val="FFFFFF"/>
      </a:accent3>
      <a:accent4>
        <a:srgbClr val="000000"/>
      </a:accent4>
      <a:accent5>
        <a:srgbClr val="AAB1C0"/>
      </a:accent5>
      <a:accent6>
        <a:srgbClr val="A2C3D2"/>
      </a:accent6>
      <a:hlink>
        <a:srgbClr val="094CAD"/>
      </a:hlink>
      <a:folHlink>
        <a:srgbClr val="4393C3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8973</TotalTime>
  <Words>1665</Words>
  <Application>Microsoft Office PowerPoint</Application>
  <PresentationFormat>Affichage à l'écran (4:3)</PresentationFormat>
  <Paragraphs>378</Paragraphs>
  <Slides>16</Slides>
  <Notes>9</Notes>
  <HiddenSlides>0</HiddenSlides>
  <MMClips>0</MMClips>
  <ScaleCrop>false</ScaleCrop>
  <HeadingPairs>
    <vt:vector size="4" baseType="variant">
      <vt:variant>
        <vt:lpstr>Thème</vt:lpstr>
      </vt:variant>
      <vt:variant>
        <vt:i4>6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CAS_Office2010_PowerPoint_template</vt:lpstr>
      <vt:lpstr>1_SSC Vikram v1</vt:lpstr>
      <vt:lpstr>Blank Presentation</vt:lpstr>
      <vt:lpstr>1_blank</vt:lpstr>
      <vt:lpstr>1_CAS_Office2010_PowerPoint_template</vt:lpstr>
      <vt:lpstr>2_Blank Presentation</vt:lpstr>
      <vt:lpstr>Software Governance GE Capital International</vt:lpstr>
      <vt:lpstr>Présentation PowerPoint</vt:lpstr>
      <vt:lpstr>Business Go live plan for EARL</vt:lpstr>
      <vt:lpstr>Objectives, Process, Plan</vt:lpstr>
      <vt:lpstr>Présentation PowerPoint</vt:lpstr>
      <vt:lpstr>Présentation PowerPoint</vt:lpstr>
      <vt:lpstr>Capital EMRG France Recon Summary</vt:lpstr>
      <vt:lpstr>Présentation PowerPoint</vt:lpstr>
      <vt:lpstr>Execution plan</vt:lpstr>
      <vt:lpstr>Présentation PowerPoint</vt:lpstr>
      <vt:lpstr>Présentation PowerPoint</vt:lpstr>
      <vt:lpstr>Présentation PowerPoint</vt:lpstr>
      <vt:lpstr>Annex Why The Audit is Happening</vt:lpstr>
      <vt:lpstr>Extract frm Martha Poulter All IT Pitch</vt:lpstr>
      <vt:lpstr>Remediation Strategy</vt:lpstr>
      <vt:lpstr>Présentation PowerPoint</vt:lpstr>
    </vt:vector>
  </TitlesOfParts>
  <Company>GE</Company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1T12 - Power Conversion</dc:title>
  <dc:creator>Careil, David (GE, Corporate)</dc:creator>
  <cp:keywords>September 22, 2004 – Version 1.1</cp:keywords>
  <dc:description>General Electric Company 2004</dc:description>
  <cp:lastModifiedBy>GE User</cp:lastModifiedBy>
  <cp:revision>342</cp:revision>
  <cp:lastPrinted>2003-08-29T14:38:12Z</cp:lastPrinted>
  <dcterms:created xsi:type="dcterms:W3CDTF">2012-02-16T07:47:21Z</dcterms:created>
  <dcterms:modified xsi:type="dcterms:W3CDTF">2014-03-14T06:43:18Z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alette">
    <vt:lpwstr>GE Template</vt:lpwstr>
  </property>
  <property fmtid="{D5CDD505-2E9C-101B-9397-08002B2CF9AE}" pid="3" name="WizKit Template Type">
    <vt:lpwstr>Onscreen</vt:lpwstr>
  </property>
  <property fmtid="{D5CDD505-2E9C-101B-9397-08002B2CF9AE}" pid="4" name="WizKit Template Version">
    <vt:i4>4</vt:i4>
  </property>
  <property fmtid="{D5CDD505-2E9C-101B-9397-08002B2CF9AE}" pid="5" name="TB4 template version">
    <vt:r8>4</vt:r8>
  </property>
  <property fmtid="{D5CDD505-2E9C-101B-9397-08002B2CF9AE}" pid="6" name="TB4 template type">
    <vt:lpwstr>onscreen</vt:lpwstr>
  </property>
</Properties>
</file>